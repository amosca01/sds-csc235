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64589"/>
  </p:normalViewPr>
  <p:slideViewPr>
    <p:cSldViewPr snapToGrid="0">
      <p:cViewPr varScale="1">
        <p:scale>
          <a:sx n="79" d="100"/>
          <a:sy n="79" d="100"/>
        </p:scale>
        <p:origin x="13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22518-F7FE-2E40-9C60-793856882CE6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CD335-F0CB-D347-B8A5-7AB70F34C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6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77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72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E3A0F-3CC0-E722-8C32-DABC462D5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33D79-FF86-6BF4-2881-0705020FF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7FAE7-17CC-638B-B409-76F74C919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5A26F-5565-75E4-576A-3AEEBFF08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63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CC035-E59B-532B-E8C9-B9E2E4F44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186E8-FD7F-BA01-D8C3-2761C66C9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72372-FD34-5B10-B414-19FB40280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F9059-B857-6BF2-BAB9-CB6A0080A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02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23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6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6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55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2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4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5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40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4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8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7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organizations/uciml" TargetMode="External"/><Relationship Id="rId7" Type="http://schemas.openxmlformats.org/officeDocument/2006/relationships/hyperlink" Target="https://www.geeksforgeeks.org/r-machine-learning/introduction-to-machine-learning-in-r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lgatto.github.io/IntroMachineLearningWithR/supervised-learning.html" TargetMode="External"/><Relationship Id="rId5" Type="http://schemas.openxmlformats.org/officeDocument/2006/relationships/hyperlink" Target="https://www.w3schools.com/python/python_ml_getting_started.asp" TargetMode="External"/><Relationship Id="rId4" Type="http://schemas.openxmlformats.org/officeDocument/2006/relationships/hyperlink" Target="https://scikit-learn.org/stab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BFC0-8BA3-DEDC-7E39-89EC785684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Analytics: modeling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BEFAC-62BD-EFDC-63B4-33E49BD33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 Mosca (they/them)</a:t>
            </a:r>
          </a:p>
        </p:txBody>
      </p:sp>
    </p:spTree>
    <p:extLst>
      <p:ext uri="{BB962C8B-B14F-4D97-AF65-F5344CB8AC3E}">
        <p14:creationId xmlns:p14="http://schemas.microsoft.com/office/powerpoint/2010/main" val="54738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CEEC-DA3B-FF6E-BAEB-9400A308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6356-47F4-DF13-CFDC-C996D4E40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r>
              <a:rPr lang="en-US" sz="2800" dirty="0"/>
              <a:t>Demo Day is </a:t>
            </a:r>
            <a:r>
              <a:rPr lang="en-US" sz="28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April 30</a:t>
            </a:r>
            <a:r>
              <a:rPr lang="en-US" sz="2800" baseline="300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th</a:t>
            </a:r>
            <a:endParaRPr lang="en-US" sz="2800" dirty="0"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US" sz="28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Demos will take place in this classroom (Ford 342) from 12:15-1:00</a:t>
            </a:r>
          </a:p>
          <a:p>
            <a:endParaRPr lang="en-US" sz="22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5756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FC951-DFF3-E5B3-EDD1-A21B41602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312-521B-0819-C16C-BCC658C3D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39765-30BB-86A0-999B-D30048CBE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/>
          <a:p>
            <a:r>
              <a:rPr lang="en-US" sz="2200" dirty="0"/>
              <a:t>Perform a simple ML modeling task </a:t>
            </a:r>
          </a:p>
          <a:p>
            <a:r>
              <a:rPr lang="en-US" sz="2200" dirty="0"/>
              <a:t>Visualize performance of your model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57645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1DDC0-ECC3-1649-05A8-B1482A26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3B66-5180-0948-95F9-2C24A224B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5386F-BB87-5C24-75AB-DE62997D9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19" y="1904046"/>
            <a:ext cx="5087075" cy="536005"/>
          </a:xfrm>
        </p:spPr>
        <p:txBody>
          <a:bodyPr/>
          <a:lstStyle/>
          <a:p>
            <a:r>
              <a:rPr lang="en-US" dirty="0"/>
              <a:t>Step 1: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45335-952D-62DE-57CD-AE1116433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3" y="2440052"/>
            <a:ext cx="9902876" cy="3074154"/>
          </a:xfrm>
        </p:spPr>
        <p:txBody>
          <a:bodyPr anchor="t">
            <a:noAutofit/>
          </a:bodyPr>
          <a:lstStyle/>
          <a:p>
            <a:r>
              <a:rPr lang="en-US" sz="2000" dirty="0"/>
              <a:t>Find a dataset of interest to you on the UCI ML Repository (</a:t>
            </a:r>
            <a:r>
              <a:rPr lang="en-US" sz="2000" dirty="0">
                <a:hlinkClick r:id="rId3"/>
              </a:rPr>
              <a:t>https://www.kaggle.com/organizations/uciml</a:t>
            </a:r>
            <a:r>
              <a:rPr lang="en-US" sz="2000" dirty="0"/>
              <a:t>) </a:t>
            </a:r>
          </a:p>
          <a:p>
            <a:r>
              <a:rPr lang="en-US" sz="2000" dirty="0"/>
              <a:t>Choose one that is good for classification or regression </a:t>
            </a:r>
          </a:p>
          <a:p>
            <a:r>
              <a:rPr lang="en-US" sz="2000" dirty="0"/>
              <a:t>Use your data to create a predictive model: </a:t>
            </a:r>
          </a:p>
          <a:p>
            <a:pPr lvl="1"/>
            <a:r>
              <a:rPr lang="en-US" sz="1800" dirty="0"/>
              <a:t>Python Starting Resources: </a:t>
            </a:r>
          </a:p>
          <a:p>
            <a:pPr lvl="2"/>
            <a:r>
              <a:rPr lang="en-US" dirty="0">
                <a:hlinkClick r:id="rId4"/>
              </a:rPr>
              <a:t>https://scikit-learn.org/stable/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hlinkClick r:id="rId5"/>
              </a:rPr>
              <a:t>https://www.w3schools.com/python/python_ml_getting_started.asp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 Starting Resources:</a:t>
            </a:r>
          </a:p>
          <a:p>
            <a:pPr lvl="2"/>
            <a:r>
              <a:rPr lang="en-US" dirty="0">
                <a:hlinkClick r:id="rId6"/>
              </a:rPr>
              <a:t>https://lgatto.github.io/IntroMachineLearningWithR/supervised-learning.html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hlinkClick r:id="rId7"/>
              </a:rPr>
              <a:t>https://www.geeksforgeeks.org/r-machine-learning/introduction-to-machine-learning-in-r/</a:t>
            </a:r>
            <a:endParaRPr lang="en-US" dirty="0"/>
          </a:p>
          <a:p>
            <a:r>
              <a:rPr lang="en-US" sz="2000" dirty="0"/>
              <a:t>Save your model parameters and evaluation metrics to a .csv file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F747B-C4ED-0E89-B645-561FD9B2F1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22530" y="1904046"/>
            <a:ext cx="3888278" cy="553373"/>
          </a:xfrm>
        </p:spPr>
        <p:txBody>
          <a:bodyPr/>
          <a:lstStyle/>
          <a:p>
            <a:r>
              <a:rPr lang="en-US" dirty="0"/>
              <a:t>Step 2: Visualize Performance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83D20-8236-F73C-2379-905A1EF542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88621" y="2440052"/>
            <a:ext cx="4122188" cy="3074154"/>
          </a:xfrm>
        </p:spPr>
        <p:txBody>
          <a:bodyPr/>
          <a:lstStyle/>
          <a:p>
            <a:r>
              <a:rPr lang="en-US" sz="2000" dirty="0"/>
              <a:t>Sketch how you can visualize your model parameters and evaluation metrics</a:t>
            </a:r>
          </a:p>
          <a:p>
            <a:r>
              <a:rPr lang="en-US" sz="2000" dirty="0"/>
              <a:t>Use D3 to implement your sketch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42897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2619</TotalTime>
  <Words>190</Words>
  <Application>Microsoft Macintosh PowerPoint</Application>
  <PresentationFormat>Widescreen</PresentationFormat>
  <Paragraphs>27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Gill Sans MT</vt:lpstr>
      <vt:lpstr>Wingdings 2</vt:lpstr>
      <vt:lpstr>Dividend</vt:lpstr>
      <vt:lpstr>Visual Analytics: modeling lab</vt:lpstr>
      <vt:lpstr>Announcements</vt:lpstr>
      <vt:lpstr>Today’s plan</vt:lpstr>
      <vt:lpstr>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Mosca</dc:creator>
  <cp:lastModifiedBy>Ab Mosca</cp:lastModifiedBy>
  <cp:revision>79</cp:revision>
  <dcterms:created xsi:type="dcterms:W3CDTF">2025-11-19T17:12:35Z</dcterms:created>
  <dcterms:modified xsi:type="dcterms:W3CDTF">2026-04-06T13:12:06Z</dcterms:modified>
</cp:coreProperties>
</file>