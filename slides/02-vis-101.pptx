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84" r:id="rId4"/>
    <p:sldId id="287" r:id="rId5"/>
    <p:sldId id="288" r:id="rId6"/>
    <p:sldId id="286" r:id="rId7"/>
    <p:sldId id="285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24"/>
    <p:restoredTop sz="89401"/>
  </p:normalViewPr>
  <p:slideViewPr>
    <p:cSldViewPr snapToGrid="0">
      <p:cViewPr varScale="1">
        <p:scale>
          <a:sx n="95" d="100"/>
          <a:sy n="95" d="100"/>
        </p:scale>
        <p:origin x="8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Information Visualization 101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What is information visualization</a:t>
            </a:r>
          </a:p>
          <a:p>
            <a:r>
              <a:rPr lang="en-US" sz="2400" dirty="0"/>
              <a:t>Marks and channels</a:t>
            </a:r>
          </a:p>
          <a:p>
            <a:r>
              <a:rPr lang="en-US" sz="2400" dirty="0"/>
              <a:t>Rules of thumb </a:t>
            </a:r>
          </a:p>
          <a:p>
            <a:r>
              <a:rPr lang="en-US" sz="2400" dirty="0"/>
              <a:t>Examples </a:t>
            </a:r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299E9-710C-30FC-1808-9F372905B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CBC60-258D-FE66-1F39-F7944F211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information visualization?</a:t>
            </a:r>
          </a:p>
        </p:txBody>
      </p:sp>
      <p:sp>
        <p:nvSpPr>
          <p:cNvPr id="5" name="Google Shape;208;p26">
            <a:extLst>
              <a:ext uri="{FF2B5EF4-FFF2-40B4-BE49-F238E27FC236}">
                <a16:creationId xmlns:a16="http://schemas.microsoft.com/office/drawing/2014/main" id="{36AEC9CB-8ACB-FF1E-009D-D197F05EC5A1}"/>
              </a:ext>
            </a:extLst>
          </p:cNvPr>
          <p:cNvSpPr/>
          <p:nvPr/>
        </p:nvSpPr>
        <p:spPr>
          <a:xfrm>
            <a:off x="2472313" y="6520625"/>
            <a:ext cx="5955145" cy="217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r" defTabSz="914400">
              <a:buClr>
                <a:srgbClr val="000000"/>
              </a:buClr>
            </a:pPr>
            <a:r>
              <a:rPr lang="en-US" sz="1100" kern="0">
                <a:solidFill>
                  <a:srgbClr val="292934"/>
                </a:solidFill>
                <a:latin typeface="Arial"/>
                <a:ea typeface="Arial"/>
                <a:cs typeface="Arial"/>
                <a:sym typeface="Arial"/>
              </a:rPr>
              <a:t>More info here: http://en.wikipedia.org/wiki/1854_Broad_Street_cholera_outbreak </a:t>
            </a:r>
            <a:endParaRPr sz="1400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7" name="Google Shape;210;p26" descr="Screen Shot 2015-02-18 at 12.39.04 AM.png">
            <a:extLst>
              <a:ext uri="{FF2B5EF4-FFF2-40B4-BE49-F238E27FC236}">
                <a16:creationId xmlns:a16="http://schemas.microsoft.com/office/drawing/2014/main" id="{F4888279-1D17-CD03-4475-62E3CCEF3EF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1845"/>
          <a:stretch/>
        </p:blipFill>
        <p:spPr>
          <a:xfrm>
            <a:off x="464015" y="1978925"/>
            <a:ext cx="7734844" cy="4471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211;p26">
            <a:extLst>
              <a:ext uri="{FF2B5EF4-FFF2-40B4-BE49-F238E27FC236}">
                <a16:creationId xmlns:a16="http://schemas.microsoft.com/office/drawing/2014/main" id="{2860C7FD-6306-B3A1-3ECF-3BE306EFF639}"/>
              </a:ext>
            </a:extLst>
          </p:cNvPr>
          <p:cNvSpPr/>
          <p:nvPr/>
        </p:nvSpPr>
        <p:spPr>
          <a:xfrm rot="1800000">
            <a:off x="4931200" y="4204765"/>
            <a:ext cx="821399" cy="443216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</a:pPr>
            <a:endParaRPr kern="0">
              <a:solidFill>
                <a:srgbClr val="D2533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D547F1-4157-0933-5508-5E0EFA4B6E2B}"/>
              </a:ext>
            </a:extLst>
          </p:cNvPr>
          <p:cNvSpPr txBox="1"/>
          <p:nvPr/>
        </p:nvSpPr>
        <p:spPr>
          <a:xfrm>
            <a:off x="7967235" y="2203951"/>
            <a:ext cx="36435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Something that reveals a trend?</a:t>
            </a:r>
          </a:p>
        </p:txBody>
      </p:sp>
    </p:spTree>
    <p:extLst>
      <p:ext uri="{BB962C8B-B14F-4D97-AF65-F5344CB8AC3E}">
        <p14:creationId xmlns:p14="http://schemas.microsoft.com/office/powerpoint/2010/main" val="166045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3ADB5-2F90-00AA-821D-5BABB8FE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9DFCC-C30F-499B-C197-3980D8BEA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information visualization?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EAA5B-2BD6-4276-AD48-0C8E6658DC34}"/>
              </a:ext>
            </a:extLst>
          </p:cNvPr>
          <p:cNvSpPr txBox="1"/>
          <p:nvPr/>
        </p:nvSpPr>
        <p:spPr>
          <a:xfrm>
            <a:off x="9512490" y="2203951"/>
            <a:ext cx="209831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Something that influences decision making?</a:t>
            </a:r>
          </a:p>
        </p:txBody>
      </p:sp>
      <p:pic>
        <p:nvPicPr>
          <p:cNvPr id="4" name="Picture 3" descr="A diagram of a war&#10;&#10;AI-generated content may be incorrect.">
            <a:extLst>
              <a:ext uri="{FF2B5EF4-FFF2-40B4-BE49-F238E27FC236}">
                <a16:creationId xmlns:a16="http://schemas.microsoft.com/office/drawing/2014/main" id="{42BA4220-6457-78E5-F4E5-9F22F1736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1892814"/>
            <a:ext cx="8628038" cy="48495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BFFCC3-00C8-A54E-E712-FC61985266A0}"/>
              </a:ext>
            </a:extLst>
          </p:cNvPr>
          <p:cNvSpPr txBox="1"/>
          <p:nvPr/>
        </p:nvSpPr>
        <p:spPr>
          <a:xfrm>
            <a:off x="581192" y="6534834"/>
            <a:ext cx="8931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www.maharam.com</a:t>
            </a:r>
            <a:r>
              <a:rPr lang="en-US" dirty="0"/>
              <a:t>/stories/</a:t>
            </a:r>
            <a:r>
              <a:rPr lang="en-US" dirty="0" err="1"/>
              <a:t>sherlock_florence</a:t>
            </a:r>
            <a:r>
              <a:rPr lang="en-US" dirty="0"/>
              <a:t>-nightingales-rose-diagram</a:t>
            </a:r>
          </a:p>
        </p:txBody>
      </p:sp>
    </p:spTree>
    <p:extLst>
      <p:ext uri="{BB962C8B-B14F-4D97-AF65-F5344CB8AC3E}">
        <p14:creationId xmlns:p14="http://schemas.microsoft.com/office/powerpoint/2010/main" val="382639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09C86-6AB9-78C1-2C19-0DBC6CFA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B9A8-4021-CD34-578E-308EBEA4B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information visualization?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B07A3B-12F1-26B9-E363-E8CA0D88DDA5}"/>
              </a:ext>
            </a:extLst>
          </p:cNvPr>
          <p:cNvSpPr txBox="1"/>
          <p:nvPr/>
        </p:nvSpPr>
        <p:spPr>
          <a:xfrm>
            <a:off x="9512490" y="2203951"/>
            <a:ext cx="20983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Something that tells a story?</a:t>
            </a:r>
          </a:p>
        </p:txBody>
      </p:sp>
    </p:spTree>
    <p:extLst>
      <p:ext uri="{BB962C8B-B14F-4D97-AF65-F5344CB8AC3E}">
        <p14:creationId xmlns:p14="http://schemas.microsoft.com/office/powerpoint/2010/main" val="1972817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09416-8B68-669F-47DA-999DF7499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EB7A1-B3A3-F5E5-7404-178B0F9F2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information visualization?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0C21B9-292D-DA7B-E079-9CB9A3C4F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2200" dirty="0"/>
              <a:t>Does it help spot a trend? </a:t>
            </a:r>
          </a:p>
        </p:txBody>
      </p:sp>
    </p:spTree>
    <p:extLst>
      <p:ext uri="{BB962C8B-B14F-4D97-AF65-F5344CB8AC3E}">
        <p14:creationId xmlns:p14="http://schemas.microsoft.com/office/powerpoint/2010/main" val="2882244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38BB3-7B5B-8C21-6CE0-63AFE1B08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FFF9E-EAF3-08C8-BDDF-AF42D6A9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information visualization?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27012-A050-0C17-A35A-BE80C7664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2400" b="1" kern="0" dirty="0">
                <a:solidFill>
                  <a:srgbClr val="292934"/>
                </a:solidFill>
                <a:latin typeface="Arial"/>
                <a:ea typeface="Arial"/>
                <a:cs typeface="Arial"/>
                <a:sym typeface="Arial"/>
              </a:rPr>
              <a:t>Visual representations </a:t>
            </a:r>
            <a:r>
              <a:rPr lang="en-US" sz="2400" kern="0" dirty="0">
                <a:solidFill>
                  <a:srgbClr val="292934"/>
                </a:solidFill>
                <a:latin typeface="Arial"/>
                <a:ea typeface="Arial"/>
                <a:cs typeface="Arial"/>
                <a:sym typeface="Arial"/>
              </a:rPr>
              <a:t>of data that </a:t>
            </a:r>
            <a:r>
              <a:rPr lang="en-US" sz="2400" b="1" kern="0" dirty="0">
                <a:solidFill>
                  <a:srgbClr val="292934"/>
                </a:solidFill>
                <a:latin typeface="Arial"/>
                <a:ea typeface="Arial"/>
                <a:cs typeface="Arial"/>
                <a:sym typeface="Arial"/>
              </a:rPr>
              <a:t>reinforce human cognition</a:t>
            </a:r>
          </a:p>
          <a:p>
            <a:pPr>
              <a:spcBef>
                <a:spcPts val="0"/>
              </a:spcBef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06028012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167</TotalTime>
  <Words>121</Words>
  <Application>Microsoft Macintosh PowerPoint</Application>
  <PresentationFormat>Widescreen</PresentationFormat>
  <Paragraphs>19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Gill Sans MT</vt:lpstr>
      <vt:lpstr>Wingdings 2</vt:lpstr>
      <vt:lpstr>Dividend</vt:lpstr>
      <vt:lpstr>Visual Analytics:   Information Visualization 101</vt:lpstr>
      <vt:lpstr>Today’s plan</vt:lpstr>
      <vt:lpstr>What is information visualization?</vt:lpstr>
      <vt:lpstr>What is information visualization?</vt:lpstr>
      <vt:lpstr>What is information visualization?</vt:lpstr>
      <vt:lpstr>What is information visualization?</vt:lpstr>
      <vt:lpstr>What is information visualization?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5</cp:revision>
  <dcterms:created xsi:type="dcterms:W3CDTF">2025-11-19T17:12:35Z</dcterms:created>
  <dcterms:modified xsi:type="dcterms:W3CDTF">2025-11-20T15:41:41Z</dcterms:modified>
</cp:coreProperties>
</file>