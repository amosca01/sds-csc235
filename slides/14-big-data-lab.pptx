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82" r:id="rId4"/>
    <p:sldId id="283" r:id="rId5"/>
    <p:sldId id="284" r:id="rId6"/>
    <p:sldId id="287" r:id="rId7"/>
    <p:sldId id="288" r:id="rId8"/>
    <p:sldId id="289" r:id="rId9"/>
    <p:sldId id="285" r:id="rId10"/>
    <p:sldId id="290" r:id="rId11"/>
    <p:sldId id="291" r:id="rId12"/>
    <p:sldId id="292" r:id="rId13"/>
    <p:sldId id="293" r:id="rId14"/>
    <p:sldId id="294" r:id="rId15"/>
    <p:sldId id="286" r:id="rId16"/>
    <p:sldId id="295" r:id="rId17"/>
    <p:sldId id="296" r:id="rId18"/>
    <p:sldId id="29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26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5"/>
    <p:restoredTop sz="64558"/>
  </p:normalViewPr>
  <p:slideViewPr>
    <p:cSldViewPr snapToGrid="0">
      <p:cViewPr varScale="1">
        <p:scale>
          <a:sx n="99" d="100"/>
          <a:sy n="99" d="100"/>
        </p:scale>
        <p:origin x="2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2518-F7FE-2E40-9C60-793856882C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CD335-F0CB-D347-B8A5-7AB70F34C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77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2D9FC-E7FD-E8BD-54A1-EFE9DAD2A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A92BA-8AA4-5AAB-3334-411626B0D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031C1-F4D1-1EBC-7E34-A434D1AA3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2DDE2-4A7F-2233-103D-C31ED6D0C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26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853FD-1E8D-16C0-8D54-A5481BC9B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6EFCB-EDBF-7B7E-EB03-490CFE8F6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CCD6A-F4D6-35E7-DC97-C4C32BFFB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A0357-1158-D5BB-B933-A5D134A2A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52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DBEDF-CC96-CB07-4D03-7AD386B0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444C6-EEC5-2357-BA10-C49B406FF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DC886-F770-FFD9-B91A-6C68224E0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453D3-2050-768D-6B71-9F70C19D3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11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AAB7B-CAB1-72D0-07EE-C98D3DBF0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0B154-466C-8A0A-C492-1181500ED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60AC7-EAC6-1F1A-10D2-1A96CA0EA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83C2A-6352-9268-C362-3DA0C80A6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36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E7B41-D68B-4E07-0843-B3FB47054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1B12D-68C9-1D7F-18E1-43E522094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6B809-E54F-7E4E-A1CE-26769D8F1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BE200-B228-2C03-5D24-00AE6A62A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1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D77E9-8F96-6F48-E3BD-22362BB4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68C98-4D9D-27E6-125E-D899C6114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5AC78-51E7-F741-6AF1-66AEC8A31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A025C-E2A6-224D-2325-4C91104C9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06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1FD1-E63C-C9B4-E650-744F12A0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91B73-486D-56EC-1319-13A8389F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1DF38-84B9-ED52-B793-DE61EDAE8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2000A-EAE0-B3C3-6DB3-19D5EC92A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85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7CDC9-EE4D-B8AB-25AB-3FE30713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828A8-9497-C1DF-8B30-0046DADC2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C8AFE-3125-C482-4B55-BE41E768B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BB386-7F51-01A5-5E5D-B16A0855F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95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3C486-C0DE-3474-03A0-68054493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652C2-9918-F2ED-C7EE-239746A4D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2166F-39C8-C4C7-545C-B5743EA6D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28EC9-1E7D-576D-3AB4-FFBC5B4E4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59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56AEC-A8B0-2FB4-1432-297B6823A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27E9C-AD95-8157-CFF6-C1180AB2C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63C0D-8D81-6924-44B7-D1D544E91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D09FD-56B6-0454-720E-E6BF418DE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14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95A33-EFF0-0D5F-DCC4-8E1BE52B1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BE6F0-EC55-2916-C6C7-FBAF25884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E04FD-ECD2-84C6-1551-DD34CDD8F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BAE2E-9295-E8CE-A9AA-582B18C66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25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16609-FDCC-4375-3D44-8DA4781BE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AD8AB-7624-D0A7-C798-F076A984E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85792-7F84-D0D9-3F9B-551CB8779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1C9B5-608D-953C-219B-D47038DB7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85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5A8D5-3FE0-1CC0-3DA4-D1CE560D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1A471-0F1E-7D3A-5211-5DED38464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16EC0-4234-B4DD-2CB0-4EEFE86E0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2099F-A698-CDCE-85A1-E1563D964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07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2D2C8-96AC-FFD2-665F-260FB779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81431-C939-B953-270B-350167D74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7510E-DD73-6573-EAD6-D5544F843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BCC3E-0415-505F-6BC7-A6C170849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54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EE17-5A11-CECC-B104-44D3E1D97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43E8A-B3BA-A6BF-71A2-DBF640C7A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9B5BB-1C31-BFF2-A51F-0C14C81E3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43614-7F84-63B3-F56B-024F2EEDA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2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E810-C4D5-55EF-736E-CDF3EF8D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54946-FB1C-3C03-6759-BC5E0D099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E2C2E-B68E-F47F-626D-7893B5AB9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79369-2EBE-E8B6-03CE-502077855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13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3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4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FC0-8BA3-DEDC-7E39-89EC7856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Analytics: big data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EFAC-62BD-EFDC-63B4-33E49BD33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Mosca (they/them)</a:t>
            </a:r>
          </a:p>
        </p:txBody>
      </p:sp>
    </p:spTree>
    <p:extLst>
      <p:ext uri="{BB962C8B-B14F-4D97-AF65-F5344CB8AC3E}">
        <p14:creationId xmlns:p14="http://schemas.microsoft.com/office/powerpoint/2010/main" val="5473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CEEC-DA3B-FF6E-BAEB-9400A308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356-47F4-DF13-CFDC-C996D4E4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Full stack basics</a:t>
            </a:r>
          </a:p>
          <a:p>
            <a:r>
              <a:rPr lang="en-US" sz="2400" dirty="0"/>
              <a:t>Architecture</a:t>
            </a:r>
          </a:p>
          <a:p>
            <a:r>
              <a:rPr lang="en-US" sz="2400" dirty="0"/>
              <a:t>Required packages</a:t>
            </a:r>
          </a:p>
          <a:p>
            <a:r>
              <a:rPr lang="en-US" sz="2400" dirty="0"/>
              <a:t>Dynamic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205756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E3CA3-B2EA-DCBC-C5B0-AD723C03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DE6B-63B1-2A9F-63AE-7A9E56CD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stack basics</a:t>
            </a:r>
          </a:p>
        </p:txBody>
      </p:sp>
      <p:pic>
        <p:nvPicPr>
          <p:cNvPr id="6" name="Content Placeholder 5" descr="Internet outline">
            <a:extLst>
              <a:ext uri="{FF2B5EF4-FFF2-40B4-BE49-F238E27FC236}">
                <a16:creationId xmlns:a16="http://schemas.microsoft.com/office/drawing/2014/main" id="{A4401508-2707-1B3C-15A1-502B4F686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136" y="2555750"/>
            <a:ext cx="2743200" cy="2743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C6EC3E-57C9-7E1E-A7D4-29EE846AC39E}"/>
              </a:ext>
            </a:extLst>
          </p:cNvPr>
          <p:cNvSpPr txBox="1"/>
          <p:nvPr/>
        </p:nvSpPr>
        <p:spPr>
          <a:xfrm>
            <a:off x="9144000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3590B751-5AF9-E8BB-8192-F33E050007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1B479D1B-FEF1-CDAE-454C-AE3A7A3B12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70674679-8BE0-6B92-8C70-58BB5EC45BC8}"/>
              </a:ext>
            </a:extLst>
          </p:cNvPr>
          <p:cNvSpPr/>
          <p:nvPr/>
        </p:nvSpPr>
        <p:spPr>
          <a:xfrm>
            <a:off x="3851854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024AD4AC-C1FC-9E73-A813-C3E865CFA312}"/>
              </a:ext>
            </a:extLst>
          </p:cNvPr>
          <p:cNvSpPr/>
          <p:nvPr/>
        </p:nvSpPr>
        <p:spPr>
          <a:xfrm>
            <a:off x="7491211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8B1DB5B7-55A4-A489-0F90-9CBEC380CA65}"/>
              </a:ext>
            </a:extLst>
          </p:cNvPr>
          <p:cNvSpPr/>
          <p:nvPr/>
        </p:nvSpPr>
        <p:spPr>
          <a:xfrm rot="10800000">
            <a:off x="3810536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06A2F9DD-8E5D-18FB-8CAA-5C79CD6E68C1}"/>
              </a:ext>
            </a:extLst>
          </p:cNvPr>
          <p:cNvSpPr/>
          <p:nvPr/>
        </p:nvSpPr>
        <p:spPr>
          <a:xfrm rot="10800000">
            <a:off x="7467063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F683BD-C01D-5988-9045-4C97F74D9D47}"/>
              </a:ext>
            </a:extLst>
          </p:cNvPr>
          <p:cNvSpPr txBox="1"/>
          <p:nvPr/>
        </p:nvSpPr>
        <p:spPr>
          <a:xfrm>
            <a:off x="140218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B55B31-1514-AFED-C056-2FDE72792946}"/>
              </a:ext>
            </a:extLst>
          </p:cNvPr>
          <p:cNvSpPr txBox="1"/>
          <p:nvPr/>
        </p:nvSpPr>
        <p:spPr>
          <a:xfrm>
            <a:off x="5113446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892CC1-8F63-3BF4-97BB-345B9AEFC85B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3012B78-823F-F18A-4FB5-6161760E8D63}"/>
              </a:ext>
            </a:extLst>
          </p:cNvPr>
          <p:cNvSpPr/>
          <p:nvPr/>
        </p:nvSpPr>
        <p:spPr>
          <a:xfrm>
            <a:off x="4511895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55F840A-7C79-FC21-F9F2-F48C8AC10AF4}"/>
              </a:ext>
            </a:extLst>
          </p:cNvPr>
          <p:cNvSpPr/>
          <p:nvPr/>
        </p:nvSpPr>
        <p:spPr>
          <a:xfrm>
            <a:off x="88541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Front End</a:t>
            </a:r>
          </a:p>
        </p:txBody>
      </p:sp>
    </p:spTree>
    <p:extLst>
      <p:ext uri="{BB962C8B-B14F-4D97-AF65-F5344CB8AC3E}">
        <p14:creationId xmlns:p14="http://schemas.microsoft.com/office/powerpoint/2010/main" val="827516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F9A2-061D-024E-BE4C-272F376D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3303-86A7-3965-15B4-6EB6A647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packages</a:t>
            </a:r>
          </a:p>
        </p:txBody>
      </p:sp>
      <p:pic>
        <p:nvPicPr>
          <p:cNvPr id="6" name="Content Placeholder 5" descr="Internet outline">
            <a:extLst>
              <a:ext uri="{FF2B5EF4-FFF2-40B4-BE49-F238E27FC236}">
                <a16:creationId xmlns:a16="http://schemas.microsoft.com/office/drawing/2014/main" id="{3975BB8A-4E09-851B-2A7A-2B375D798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136" y="2555750"/>
            <a:ext cx="2743200" cy="2743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64BA9-7530-54ED-2CE8-33965375FB76}"/>
              </a:ext>
            </a:extLst>
          </p:cNvPr>
          <p:cNvSpPr txBox="1"/>
          <p:nvPr/>
        </p:nvSpPr>
        <p:spPr>
          <a:xfrm>
            <a:off x="9144000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37BF9C73-6541-779C-51FD-5801820E49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4EE10009-F8C3-4700-9714-8782830558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725CAE5A-5CE2-E607-9823-A5382DF20D2B}"/>
              </a:ext>
            </a:extLst>
          </p:cNvPr>
          <p:cNvSpPr/>
          <p:nvPr/>
        </p:nvSpPr>
        <p:spPr>
          <a:xfrm>
            <a:off x="3851854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ECF6EDA0-BEDF-446D-889B-4CC73236613D}"/>
              </a:ext>
            </a:extLst>
          </p:cNvPr>
          <p:cNvSpPr/>
          <p:nvPr/>
        </p:nvSpPr>
        <p:spPr>
          <a:xfrm>
            <a:off x="7491211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075ACAE0-009C-373E-3F5C-0856C2360404}"/>
              </a:ext>
            </a:extLst>
          </p:cNvPr>
          <p:cNvSpPr/>
          <p:nvPr/>
        </p:nvSpPr>
        <p:spPr>
          <a:xfrm rot="10800000">
            <a:off x="3810536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126813F0-49D3-1DBB-3AF3-84357AFC785F}"/>
              </a:ext>
            </a:extLst>
          </p:cNvPr>
          <p:cNvSpPr/>
          <p:nvPr/>
        </p:nvSpPr>
        <p:spPr>
          <a:xfrm rot="10800000">
            <a:off x="7467063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305121-27FD-4490-8981-AE7099725C4B}"/>
              </a:ext>
            </a:extLst>
          </p:cNvPr>
          <p:cNvSpPr txBox="1"/>
          <p:nvPr/>
        </p:nvSpPr>
        <p:spPr>
          <a:xfrm>
            <a:off x="140218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86712A-8015-7D29-BF7A-0B21E0C0BE95}"/>
              </a:ext>
            </a:extLst>
          </p:cNvPr>
          <p:cNvSpPr txBox="1"/>
          <p:nvPr/>
        </p:nvSpPr>
        <p:spPr>
          <a:xfrm>
            <a:off x="5113446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C7B345-54A1-7A8A-F2D3-816BCC354285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01BA8DA-7C0D-1E5C-1D32-7AA1AA3E4E90}"/>
              </a:ext>
            </a:extLst>
          </p:cNvPr>
          <p:cNvSpPr/>
          <p:nvPr/>
        </p:nvSpPr>
        <p:spPr>
          <a:xfrm>
            <a:off x="4511895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3A9FEA1-E78E-EE1F-C21B-6813C8A671D7}"/>
              </a:ext>
            </a:extLst>
          </p:cNvPr>
          <p:cNvSpPr/>
          <p:nvPr/>
        </p:nvSpPr>
        <p:spPr>
          <a:xfrm>
            <a:off x="88541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Front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D87280-4066-7FE0-40F0-63E70104194A}"/>
              </a:ext>
            </a:extLst>
          </p:cNvPr>
          <p:cNvSpPr/>
          <p:nvPr/>
        </p:nvSpPr>
        <p:spPr>
          <a:xfrm>
            <a:off x="5353549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B41D3D-5E45-6EF8-3483-B54A42C5DA88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FFC3CE-F2B2-40FC-8C03-C4B949223BA3}"/>
              </a:ext>
            </a:extLst>
          </p:cNvPr>
          <p:cNvSpPr/>
          <p:nvPr/>
        </p:nvSpPr>
        <p:spPr>
          <a:xfrm>
            <a:off x="1346746" y="5863455"/>
            <a:ext cx="22455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Front-end JS</a:t>
            </a:r>
          </a:p>
        </p:txBody>
      </p:sp>
    </p:spTree>
    <p:extLst>
      <p:ext uri="{BB962C8B-B14F-4D97-AF65-F5344CB8AC3E}">
        <p14:creationId xmlns:p14="http://schemas.microsoft.com/office/powerpoint/2010/main" val="18893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F1DCD-4F4F-932D-82E9-CEA5E2985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FAFA-1D7B-9BD6-9821-0D0F88A4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6" name="Content Placeholder 5" descr="Internet outline">
            <a:extLst>
              <a:ext uri="{FF2B5EF4-FFF2-40B4-BE49-F238E27FC236}">
                <a16:creationId xmlns:a16="http://schemas.microsoft.com/office/drawing/2014/main" id="{532C9834-17AC-E0E9-340A-D029A6F28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136" y="2555750"/>
            <a:ext cx="2743200" cy="2743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251FCC-3608-70FF-2535-D7B7836C3A2B}"/>
              </a:ext>
            </a:extLst>
          </p:cNvPr>
          <p:cNvSpPr txBox="1"/>
          <p:nvPr/>
        </p:nvSpPr>
        <p:spPr>
          <a:xfrm>
            <a:off x="9144000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37E7381E-A4F4-DFF0-2EE2-83079FF513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4406ADEA-6B00-7EC6-4A60-053D2328F6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07E5E6A9-C5AB-4C5C-3A4C-24D745B68A83}"/>
              </a:ext>
            </a:extLst>
          </p:cNvPr>
          <p:cNvSpPr/>
          <p:nvPr/>
        </p:nvSpPr>
        <p:spPr>
          <a:xfrm>
            <a:off x="3851854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C018DD30-2B93-69AA-FF4F-14B1505BEDDB}"/>
              </a:ext>
            </a:extLst>
          </p:cNvPr>
          <p:cNvSpPr/>
          <p:nvPr/>
        </p:nvSpPr>
        <p:spPr>
          <a:xfrm>
            <a:off x="7491211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95F10831-5FA3-862A-F375-FCC4D6E8FD0B}"/>
              </a:ext>
            </a:extLst>
          </p:cNvPr>
          <p:cNvSpPr/>
          <p:nvPr/>
        </p:nvSpPr>
        <p:spPr>
          <a:xfrm rot="10800000">
            <a:off x="3810536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FB040DDE-6BBE-7CED-2043-A515DF2C57DE}"/>
              </a:ext>
            </a:extLst>
          </p:cNvPr>
          <p:cNvSpPr/>
          <p:nvPr/>
        </p:nvSpPr>
        <p:spPr>
          <a:xfrm rot="10800000">
            <a:off x="7467063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EC0F96-BA48-C4BA-9094-13136089CF1B}"/>
              </a:ext>
            </a:extLst>
          </p:cNvPr>
          <p:cNvSpPr txBox="1"/>
          <p:nvPr/>
        </p:nvSpPr>
        <p:spPr>
          <a:xfrm>
            <a:off x="140218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A99E36-028F-0BFF-6E1C-BC0C18A6AAD9}"/>
              </a:ext>
            </a:extLst>
          </p:cNvPr>
          <p:cNvSpPr txBox="1"/>
          <p:nvPr/>
        </p:nvSpPr>
        <p:spPr>
          <a:xfrm>
            <a:off x="5113446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7FD24F-293E-20E4-AEAC-1CFBB64CB8D8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DB58362-203D-435B-EF33-BC39F3E2A220}"/>
              </a:ext>
            </a:extLst>
          </p:cNvPr>
          <p:cNvSpPr/>
          <p:nvPr/>
        </p:nvSpPr>
        <p:spPr>
          <a:xfrm>
            <a:off x="4511895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BCCDF2-A808-F359-F99E-F56FD0627F6F}"/>
              </a:ext>
            </a:extLst>
          </p:cNvPr>
          <p:cNvSpPr/>
          <p:nvPr/>
        </p:nvSpPr>
        <p:spPr>
          <a:xfrm>
            <a:off x="88541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Front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73697A-F261-C9F1-6BD7-09F121F6AF03}"/>
              </a:ext>
            </a:extLst>
          </p:cNvPr>
          <p:cNvSpPr/>
          <p:nvPr/>
        </p:nvSpPr>
        <p:spPr>
          <a:xfrm>
            <a:off x="5353549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DF6811-B847-5677-E92C-0F2EAC9BB8E7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538B7E-2088-3D77-261E-587D5DE4C943}"/>
              </a:ext>
            </a:extLst>
          </p:cNvPr>
          <p:cNvSpPr/>
          <p:nvPr/>
        </p:nvSpPr>
        <p:spPr>
          <a:xfrm>
            <a:off x="1346746" y="5863455"/>
            <a:ext cx="22455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Front-end JS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B9565D0-4FA2-B07A-44A3-1123168B4BCD}"/>
              </a:ext>
            </a:extLst>
          </p:cNvPr>
          <p:cNvSpPr txBox="1">
            <a:spLocks/>
          </p:cNvSpPr>
          <p:nvPr/>
        </p:nvSpPr>
        <p:spPr>
          <a:xfrm>
            <a:off x="4273100" y="1918952"/>
            <a:ext cx="7337707" cy="457148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10DD49-4ADB-E096-D796-2EDFD5CB0A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4052" y="1597686"/>
            <a:ext cx="10494963" cy="5572906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5BBB372-DDE6-9B43-9EEB-48220B4152B4}"/>
              </a:ext>
            </a:extLst>
          </p:cNvPr>
          <p:cNvSpPr/>
          <p:nvPr/>
        </p:nvSpPr>
        <p:spPr>
          <a:xfrm>
            <a:off x="6465196" y="3662350"/>
            <a:ext cx="1447260" cy="108854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68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44EDF-9B68-F99A-BD73-9FE94161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0001-7A93-8ABE-D04A-FF516877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6" name="Content Placeholder 5" descr="Internet outline">
            <a:extLst>
              <a:ext uri="{FF2B5EF4-FFF2-40B4-BE49-F238E27FC236}">
                <a16:creationId xmlns:a16="http://schemas.microsoft.com/office/drawing/2014/main" id="{6285B8EB-7172-5C3A-4AD8-3CF35AEBB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136" y="2555750"/>
            <a:ext cx="2743200" cy="2743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D4381C-8623-D31A-0A49-70C7BC0400DB}"/>
              </a:ext>
            </a:extLst>
          </p:cNvPr>
          <p:cNvSpPr txBox="1"/>
          <p:nvPr/>
        </p:nvSpPr>
        <p:spPr>
          <a:xfrm>
            <a:off x="9144000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D347B5FE-5DAA-9810-CDF1-B1EA8B307B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74ECD4F2-99D1-2500-0C8A-04D4592BAC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CB8DBAF4-84D6-2609-3153-A0ADA62A812E}"/>
              </a:ext>
            </a:extLst>
          </p:cNvPr>
          <p:cNvSpPr/>
          <p:nvPr/>
        </p:nvSpPr>
        <p:spPr>
          <a:xfrm>
            <a:off x="3851854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1A7D59AF-2932-E741-F120-5209678EAFCA}"/>
              </a:ext>
            </a:extLst>
          </p:cNvPr>
          <p:cNvSpPr/>
          <p:nvPr/>
        </p:nvSpPr>
        <p:spPr>
          <a:xfrm>
            <a:off x="7491211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C484C4EE-48E4-F7D1-C9A8-6DFF03435A30}"/>
              </a:ext>
            </a:extLst>
          </p:cNvPr>
          <p:cNvSpPr/>
          <p:nvPr/>
        </p:nvSpPr>
        <p:spPr>
          <a:xfrm rot="10800000">
            <a:off x="3810536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BBC7901F-AC4F-0267-37E0-4CF22EA9B418}"/>
              </a:ext>
            </a:extLst>
          </p:cNvPr>
          <p:cNvSpPr/>
          <p:nvPr/>
        </p:nvSpPr>
        <p:spPr>
          <a:xfrm rot="10800000">
            <a:off x="7467063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9ADEDC-3F44-CC37-F682-4ADB43DD2099}"/>
              </a:ext>
            </a:extLst>
          </p:cNvPr>
          <p:cNvSpPr txBox="1"/>
          <p:nvPr/>
        </p:nvSpPr>
        <p:spPr>
          <a:xfrm>
            <a:off x="140218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D7C15C-9673-8D54-71B2-47BA9FBD39F7}"/>
              </a:ext>
            </a:extLst>
          </p:cNvPr>
          <p:cNvSpPr txBox="1"/>
          <p:nvPr/>
        </p:nvSpPr>
        <p:spPr>
          <a:xfrm>
            <a:off x="5113446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EE55C5-E52D-E322-DD1E-839478433941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283CB73-EDC9-CEFA-2446-9E456B12EBE6}"/>
              </a:ext>
            </a:extLst>
          </p:cNvPr>
          <p:cNvSpPr/>
          <p:nvPr/>
        </p:nvSpPr>
        <p:spPr>
          <a:xfrm>
            <a:off x="4511895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0F3A1E7-B63B-5AFC-7FCB-1FDB2F1EE1C1}"/>
              </a:ext>
            </a:extLst>
          </p:cNvPr>
          <p:cNvSpPr/>
          <p:nvPr/>
        </p:nvSpPr>
        <p:spPr>
          <a:xfrm>
            <a:off x="88541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Front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17C859-E119-3D53-4E06-231DEA595632}"/>
              </a:ext>
            </a:extLst>
          </p:cNvPr>
          <p:cNvSpPr/>
          <p:nvPr/>
        </p:nvSpPr>
        <p:spPr>
          <a:xfrm>
            <a:off x="5353549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ECCBA-04CF-5120-86DA-8E9BD0DC99BE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03D59B-50F3-81DF-FBD1-07610ADD4C2E}"/>
              </a:ext>
            </a:extLst>
          </p:cNvPr>
          <p:cNvSpPr/>
          <p:nvPr/>
        </p:nvSpPr>
        <p:spPr>
          <a:xfrm>
            <a:off x="1346746" y="5863455"/>
            <a:ext cx="22455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Front-end JS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E2044B6-85A5-0A95-8D8B-ECC4F8EB343F}"/>
              </a:ext>
            </a:extLst>
          </p:cNvPr>
          <p:cNvSpPr txBox="1">
            <a:spLocks/>
          </p:cNvSpPr>
          <p:nvPr/>
        </p:nvSpPr>
        <p:spPr>
          <a:xfrm>
            <a:off x="4273100" y="1918952"/>
            <a:ext cx="7337707" cy="457148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16" name="Picture 1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E3821A9-7CCE-7ABC-57EA-F4191D0E3A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2490" y="-323822"/>
            <a:ext cx="7726756" cy="9655946"/>
          </a:xfrm>
          <a:prstGeom prst="rect">
            <a:avLst/>
          </a:prstGeom>
        </p:spPr>
      </p:pic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24EC50-A180-58D9-D871-F9FE0CF584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2000" y="-254503"/>
            <a:ext cx="7772400" cy="56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1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1CD0D-E593-BE9A-12FD-B7BB92C0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292B-34BA-A3C8-DC59-977ADD64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6" name="Content Placeholder 5" descr="Internet outline">
            <a:extLst>
              <a:ext uri="{FF2B5EF4-FFF2-40B4-BE49-F238E27FC236}">
                <a16:creationId xmlns:a16="http://schemas.microsoft.com/office/drawing/2014/main" id="{864A1177-FC7A-5329-6FB7-84741B584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136" y="2555750"/>
            <a:ext cx="2743200" cy="2743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FF94B9-34C6-BCE4-BC80-80DD2B67614F}"/>
              </a:ext>
            </a:extLst>
          </p:cNvPr>
          <p:cNvSpPr txBox="1"/>
          <p:nvPr/>
        </p:nvSpPr>
        <p:spPr>
          <a:xfrm>
            <a:off x="9144000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720CAF3C-E65A-70F6-08CD-FC40C9DAEA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EBC10AED-927E-65AF-C45E-66CE80E18D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6C5F956B-84F3-7560-A8B6-73E9943E01F9}"/>
              </a:ext>
            </a:extLst>
          </p:cNvPr>
          <p:cNvSpPr/>
          <p:nvPr/>
        </p:nvSpPr>
        <p:spPr>
          <a:xfrm>
            <a:off x="3851854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24A4798F-7A2B-B38C-61AC-4AD35E4D38DE}"/>
              </a:ext>
            </a:extLst>
          </p:cNvPr>
          <p:cNvSpPr/>
          <p:nvPr/>
        </p:nvSpPr>
        <p:spPr>
          <a:xfrm>
            <a:off x="7491211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B370852F-8F92-AB4F-B165-6EAB32FB4E04}"/>
              </a:ext>
            </a:extLst>
          </p:cNvPr>
          <p:cNvSpPr/>
          <p:nvPr/>
        </p:nvSpPr>
        <p:spPr>
          <a:xfrm rot="10800000">
            <a:off x="3810536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6717ACDD-3E16-7B59-CEFC-20E9FFCC5911}"/>
              </a:ext>
            </a:extLst>
          </p:cNvPr>
          <p:cNvSpPr/>
          <p:nvPr/>
        </p:nvSpPr>
        <p:spPr>
          <a:xfrm rot="10800000">
            <a:off x="7467063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35C308-2588-D8B7-04F0-F1DA7C8435E9}"/>
              </a:ext>
            </a:extLst>
          </p:cNvPr>
          <p:cNvSpPr txBox="1"/>
          <p:nvPr/>
        </p:nvSpPr>
        <p:spPr>
          <a:xfrm>
            <a:off x="140218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7B14DB-FFCB-8CFB-E85B-AA8B61E6027E}"/>
              </a:ext>
            </a:extLst>
          </p:cNvPr>
          <p:cNvSpPr txBox="1"/>
          <p:nvPr/>
        </p:nvSpPr>
        <p:spPr>
          <a:xfrm>
            <a:off x="5113446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CEA01B-206A-8BE1-44BB-C04F2FBC4189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37C108A-B88B-24A4-AC88-0A13313BF977}"/>
              </a:ext>
            </a:extLst>
          </p:cNvPr>
          <p:cNvSpPr/>
          <p:nvPr/>
        </p:nvSpPr>
        <p:spPr>
          <a:xfrm>
            <a:off x="4511895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B1DC3CA-8C6F-A8A7-0DF3-104C87B7188A}"/>
              </a:ext>
            </a:extLst>
          </p:cNvPr>
          <p:cNvSpPr/>
          <p:nvPr/>
        </p:nvSpPr>
        <p:spPr>
          <a:xfrm>
            <a:off x="88541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Front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39A2BC-ED48-DD4E-26E4-ED65EC65EF06}"/>
              </a:ext>
            </a:extLst>
          </p:cNvPr>
          <p:cNvSpPr/>
          <p:nvPr/>
        </p:nvSpPr>
        <p:spPr>
          <a:xfrm>
            <a:off x="5353549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F6E712-B982-1156-D866-3C10BF6A86C7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CA3A58-6CE9-97FC-3344-01C32C30DCEE}"/>
              </a:ext>
            </a:extLst>
          </p:cNvPr>
          <p:cNvSpPr/>
          <p:nvPr/>
        </p:nvSpPr>
        <p:spPr>
          <a:xfrm>
            <a:off x="1346746" y="5863455"/>
            <a:ext cx="22455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Front-end JS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4704CC2-B28A-B4CD-E290-9FE3B89BA180}"/>
              </a:ext>
            </a:extLst>
          </p:cNvPr>
          <p:cNvSpPr txBox="1">
            <a:spLocks/>
          </p:cNvSpPr>
          <p:nvPr/>
        </p:nvSpPr>
        <p:spPr>
          <a:xfrm>
            <a:off x="4273100" y="1918952"/>
            <a:ext cx="7337707" cy="457148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24" name="Picture 2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FDBA7F1-6221-D57B-954A-7611C6F729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3622" y="-46764"/>
            <a:ext cx="8434558" cy="752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1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A9D6-708D-0CA6-7977-BD135CEBD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115B-49B1-75B0-1D88-9EE99C8C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6" name="Content Placeholder 5" descr="Internet outline">
            <a:extLst>
              <a:ext uri="{FF2B5EF4-FFF2-40B4-BE49-F238E27FC236}">
                <a16:creationId xmlns:a16="http://schemas.microsoft.com/office/drawing/2014/main" id="{AB650CAA-6928-E1AB-8546-EADD4CB31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136" y="2555750"/>
            <a:ext cx="2743200" cy="2743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61EC42-9468-F670-A752-4F4062CBEFF7}"/>
              </a:ext>
            </a:extLst>
          </p:cNvPr>
          <p:cNvSpPr txBox="1"/>
          <p:nvPr/>
        </p:nvSpPr>
        <p:spPr>
          <a:xfrm>
            <a:off x="9144000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6FBE5D8C-124C-40D9-34DF-A4081303AB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854386C7-53B9-DF62-9259-421A50D4A9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1A9B9090-0817-1D79-DCF5-AC5F9388EEF2}"/>
              </a:ext>
            </a:extLst>
          </p:cNvPr>
          <p:cNvSpPr/>
          <p:nvPr/>
        </p:nvSpPr>
        <p:spPr>
          <a:xfrm>
            <a:off x="3851854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151993DD-820D-C2D1-E066-1B0B85CE846C}"/>
              </a:ext>
            </a:extLst>
          </p:cNvPr>
          <p:cNvSpPr/>
          <p:nvPr/>
        </p:nvSpPr>
        <p:spPr>
          <a:xfrm>
            <a:off x="7491211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14446F78-FBBC-DE38-D41C-BBE9637659A0}"/>
              </a:ext>
            </a:extLst>
          </p:cNvPr>
          <p:cNvSpPr/>
          <p:nvPr/>
        </p:nvSpPr>
        <p:spPr>
          <a:xfrm rot="10800000">
            <a:off x="3810536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C5432F10-7BB1-1959-89BA-D05804EDFC29}"/>
              </a:ext>
            </a:extLst>
          </p:cNvPr>
          <p:cNvSpPr/>
          <p:nvPr/>
        </p:nvSpPr>
        <p:spPr>
          <a:xfrm rot="10800000">
            <a:off x="7467063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88C14-7523-D5BC-2570-B4EE72518F86}"/>
              </a:ext>
            </a:extLst>
          </p:cNvPr>
          <p:cNvSpPr txBox="1"/>
          <p:nvPr/>
        </p:nvSpPr>
        <p:spPr>
          <a:xfrm>
            <a:off x="140218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B8F6BA-727E-42C9-0DFA-8D881968869E}"/>
              </a:ext>
            </a:extLst>
          </p:cNvPr>
          <p:cNvSpPr txBox="1"/>
          <p:nvPr/>
        </p:nvSpPr>
        <p:spPr>
          <a:xfrm>
            <a:off x="5113446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D2727-C3DF-9B9C-5FD9-3CED3A512AB4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ADCE88B-1A5D-ACAF-B017-43493D655B81}"/>
              </a:ext>
            </a:extLst>
          </p:cNvPr>
          <p:cNvSpPr/>
          <p:nvPr/>
        </p:nvSpPr>
        <p:spPr>
          <a:xfrm>
            <a:off x="4511895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BF58DA0-922F-C096-09F5-3C917950A808}"/>
              </a:ext>
            </a:extLst>
          </p:cNvPr>
          <p:cNvSpPr/>
          <p:nvPr/>
        </p:nvSpPr>
        <p:spPr>
          <a:xfrm>
            <a:off x="88541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Front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EE7EE-2F9B-CB59-6176-DB9CE585C401}"/>
              </a:ext>
            </a:extLst>
          </p:cNvPr>
          <p:cNvSpPr/>
          <p:nvPr/>
        </p:nvSpPr>
        <p:spPr>
          <a:xfrm>
            <a:off x="5353549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FC65A7-11E2-858B-23EE-00C4BE878188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CC55D3-440E-9730-B2A9-29037D90C0EE}"/>
              </a:ext>
            </a:extLst>
          </p:cNvPr>
          <p:cNvSpPr/>
          <p:nvPr/>
        </p:nvSpPr>
        <p:spPr>
          <a:xfrm>
            <a:off x="1346746" y="5863455"/>
            <a:ext cx="22455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Front-end JS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22A5B88-64D8-F386-6816-A43C3A2FF896}"/>
              </a:ext>
            </a:extLst>
          </p:cNvPr>
          <p:cNvSpPr txBox="1">
            <a:spLocks/>
          </p:cNvSpPr>
          <p:nvPr/>
        </p:nvSpPr>
        <p:spPr>
          <a:xfrm>
            <a:off x="4273100" y="1918952"/>
            <a:ext cx="7337707" cy="457148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16" name="Picture 1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99E9CB1-A3B6-FEFB-FAF5-BD4782DE70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4052" y="1389409"/>
            <a:ext cx="8569906" cy="55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66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4E834-9E2A-A596-83CE-17A8F224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7B30A-DB0D-F526-4DD8-CBF9104DB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6" name="Content Placeholder 5" descr="Internet outline">
            <a:extLst>
              <a:ext uri="{FF2B5EF4-FFF2-40B4-BE49-F238E27FC236}">
                <a16:creationId xmlns:a16="http://schemas.microsoft.com/office/drawing/2014/main" id="{73BB1CC9-81C3-D5F7-51F0-7BCFC2867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136" y="2555750"/>
            <a:ext cx="2743200" cy="2743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85CB6A-F06C-FD32-6102-16CC11BD2C96}"/>
              </a:ext>
            </a:extLst>
          </p:cNvPr>
          <p:cNvSpPr txBox="1"/>
          <p:nvPr/>
        </p:nvSpPr>
        <p:spPr>
          <a:xfrm>
            <a:off x="9144000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DC3B0B03-A334-F28A-4C02-BABFA077C3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521E0178-B550-CAB7-FEC4-AF1447F76E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43DA1383-4F0F-9118-C9C3-20A2C6989A24}"/>
              </a:ext>
            </a:extLst>
          </p:cNvPr>
          <p:cNvSpPr/>
          <p:nvPr/>
        </p:nvSpPr>
        <p:spPr>
          <a:xfrm>
            <a:off x="3851854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F5B01AD6-AACB-1434-B778-D17445F167A5}"/>
              </a:ext>
            </a:extLst>
          </p:cNvPr>
          <p:cNvSpPr/>
          <p:nvPr/>
        </p:nvSpPr>
        <p:spPr>
          <a:xfrm>
            <a:off x="7491211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05E3F62D-1793-FE36-E8E9-B90D4238018D}"/>
              </a:ext>
            </a:extLst>
          </p:cNvPr>
          <p:cNvSpPr/>
          <p:nvPr/>
        </p:nvSpPr>
        <p:spPr>
          <a:xfrm rot="10800000">
            <a:off x="3810536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FE2AFFF9-1FEA-916E-D5E4-2333DFADFF88}"/>
              </a:ext>
            </a:extLst>
          </p:cNvPr>
          <p:cNvSpPr/>
          <p:nvPr/>
        </p:nvSpPr>
        <p:spPr>
          <a:xfrm rot="10800000">
            <a:off x="7467063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78E71A-C3D0-A1F6-EE88-EAB2C3D046A8}"/>
              </a:ext>
            </a:extLst>
          </p:cNvPr>
          <p:cNvSpPr txBox="1"/>
          <p:nvPr/>
        </p:nvSpPr>
        <p:spPr>
          <a:xfrm>
            <a:off x="140218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4295DA-CC35-0552-C449-03EC4AA5A502}"/>
              </a:ext>
            </a:extLst>
          </p:cNvPr>
          <p:cNvSpPr txBox="1"/>
          <p:nvPr/>
        </p:nvSpPr>
        <p:spPr>
          <a:xfrm>
            <a:off x="5113446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8BE2A1-440B-B5D5-E643-68CAAE4D5848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838E7FF-E35A-FCD2-58D3-BE208568C39D}"/>
              </a:ext>
            </a:extLst>
          </p:cNvPr>
          <p:cNvSpPr/>
          <p:nvPr/>
        </p:nvSpPr>
        <p:spPr>
          <a:xfrm>
            <a:off x="4511895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E341096-667E-A5D3-4A8B-97564616B3AE}"/>
              </a:ext>
            </a:extLst>
          </p:cNvPr>
          <p:cNvSpPr/>
          <p:nvPr/>
        </p:nvSpPr>
        <p:spPr>
          <a:xfrm>
            <a:off x="88541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Front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04D0C7-B5E2-F870-DD5B-08F621E1340C}"/>
              </a:ext>
            </a:extLst>
          </p:cNvPr>
          <p:cNvSpPr/>
          <p:nvPr/>
        </p:nvSpPr>
        <p:spPr>
          <a:xfrm>
            <a:off x="5353549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AC6667-6F97-19ED-E7B3-52BBA5359BE9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BAC439-A64C-59C2-7F4C-B846E06F42E2}"/>
              </a:ext>
            </a:extLst>
          </p:cNvPr>
          <p:cNvSpPr/>
          <p:nvPr/>
        </p:nvSpPr>
        <p:spPr>
          <a:xfrm>
            <a:off x="1346746" y="5863455"/>
            <a:ext cx="22455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Front-end JS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4B67EA7-7BC0-7FAA-78BF-4158157EEBE2}"/>
              </a:ext>
            </a:extLst>
          </p:cNvPr>
          <p:cNvSpPr txBox="1">
            <a:spLocks/>
          </p:cNvSpPr>
          <p:nvPr/>
        </p:nvSpPr>
        <p:spPr>
          <a:xfrm>
            <a:off x="517198" y="1876745"/>
            <a:ext cx="3782199" cy="47301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54E3E9-5A67-E356-12E7-4E21564D8EA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7056"/>
          <a:stretch>
            <a:fillRect/>
          </a:stretch>
        </p:blipFill>
        <p:spPr>
          <a:xfrm>
            <a:off x="-1587463" y="1559050"/>
            <a:ext cx="5556444" cy="5572906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CAAD657-ED0E-319D-C4CB-BFCFE726CFC5}"/>
              </a:ext>
            </a:extLst>
          </p:cNvPr>
          <p:cNvSpPr txBox="1">
            <a:spLocks/>
          </p:cNvSpPr>
          <p:nvPr/>
        </p:nvSpPr>
        <p:spPr>
          <a:xfrm>
            <a:off x="8025149" y="2099255"/>
            <a:ext cx="3782199" cy="47301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8BCF7E4-CEA6-91E2-632C-F13C369F62F2}"/>
              </a:ext>
            </a:extLst>
          </p:cNvPr>
          <p:cNvSpPr/>
          <p:nvPr/>
        </p:nvSpPr>
        <p:spPr>
          <a:xfrm>
            <a:off x="1071701" y="2746476"/>
            <a:ext cx="1040434" cy="36933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69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CA4FA-C19F-D4FA-45D4-B7AAD09B2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D66D-6EDC-7E61-7EC2-4996BE83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9194D-6586-448A-353C-3ACEBAD5D87D}"/>
              </a:ext>
            </a:extLst>
          </p:cNvPr>
          <p:cNvSpPr txBox="1"/>
          <p:nvPr/>
        </p:nvSpPr>
        <p:spPr>
          <a:xfrm>
            <a:off x="4932604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92A8791D-003A-3A3F-14E8-B2C3C79CF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488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B932F702-9174-4109-BF60-F6752D6565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8E373E01-C024-FD72-D33A-414E19131D73}"/>
              </a:ext>
            </a:extLst>
          </p:cNvPr>
          <p:cNvSpPr/>
          <p:nvPr/>
        </p:nvSpPr>
        <p:spPr>
          <a:xfrm>
            <a:off x="-359542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669DEBD0-284F-AF2E-7796-CD4DE611EEA7}"/>
              </a:ext>
            </a:extLst>
          </p:cNvPr>
          <p:cNvSpPr/>
          <p:nvPr/>
        </p:nvSpPr>
        <p:spPr>
          <a:xfrm>
            <a:off x="3228299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CE154475-338D-49AF-D1BD-846ECCA273D3}"/>
              </a:ext>
            </a:extLst>
          </p:cNvPr>
          <p:cNvSpPr/>
          <p:nvPr/>
        </p:nvSpPr>
        <p:spPr>
          <a:xfrm rot="10800000">
            <a:off x="-400860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A7C92BAC-2515-6444-D4B6-D27E27A8F932}"/>
              </a:ext>
            </a:extLst>
          </p:cNvPr>
          <p:cNvSpPr/>
          <p:nvPr/>
        </p:nvSpPr>
        <p:spPr>
          <a:xfrm rot="10800000">
            <a:off x="3204151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7011C8-D026-C501-B6B8-78E4B4B51BD8}"/>
              </a:ext>
            </a:extLst>
          </p:cNvPr>
          <p:cNvSpPr txBox="1"/>
          <p:nvPr/>
        </p:nvSpPr>
        <p:spPr>
          <a:xfrm>
            <a:off x="85053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A7D958-A638-15A0-0F82-1F0D5A8D6500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927BA46-467F-69D3-841D-31C720797E70}"/>
              </a:ext>
            </a:extLst>
          </p:cNvPr>
          <p:cNvSpPr/>
          <p:nvPr/>
        </p:nvSpPr>
        <p:spPr>
          <a:xfrm>
            <a:off x="30049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11997F-E0FB-048E-08C6-D18A7EB9AD8A}"/>
              </a:ext>
            </a:extLst>
          </p:cNvPr>
          <p:cNvSpPr/>
          <p:nvPr/>
        </p:nvSpPr>
        <p:spPr>
          <a:xfrm>
            <a:off x="1142153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C29219-FF93-A802-C07D-CDC6BEEE64E5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0246DB6-65B6-3F24-08C1-1B627CCEE520}"/>
              </a:ext>
            </a:extLst>
          </p:cNvPr>
          <p:cNvSpPr txBox="1">
            <a:spLocks/>
          </p:cNvSpPr>
          <p:nvPr/>
        </p:nvSpPr>
        <p:spPr>
          <a:xfrm>
            <a:off x="8025149" y="2099255"/>
            <a:ext cx="3782199" cy="47301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24" name="Picture 2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5946213-8BB9-1B66-D567-E3C97C7449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9094" y="1889562"/>
            <a:ext cx="10396603" cy="45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89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EA1E-F17A-99A5-227B-FB64D6D66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A509-A9F5-FEF3-C7F7-04A0C08F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B53CE-4120-7327-63E6-24846DB480D0}"/>
              </a:ext>
            </a:extLst>
          </p:cNvPr>
          <p:cNvSpPr txBox="1"/>
          <p:nvPr/>
        </p:nvSpPr>
        <p:spPr>
          <a:xfrm>
            <a:off x="4932604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62C03E11-25A9-E633-8C2A-E37C4C0F9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488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919D25EB-DA38-863D-A1E3-4C641B5901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328C7A43-61FA-F6FF-02A5-12E768B780EA}"/>
              </a:ext>
            </a:extLst>
          </p:cNvPr>
          <p:cNvSpPr/>
          <p:nvPr/>
        </p:nvSpPr>
        <p:spPr>
          <a:xfrm>
            <a:off x="-359542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3F3343EB-503D-D0AC-720F-F566D2FDEC2C}"/>
              </a:ext>
            </a:extLst>
          </p:cNvPr>
          <p:cNvSpPr/>
          <p:nvPr/>
        </p:nvSpPr>
        <p:spPr>
          <a:xfrm>
            <a:off x="3228299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8A4FC4F9-EBF9-5175-E3C3-397DE12224C3}"/>
              </a:ext>
            </a:extLst>
          </p:cNvPr>
          <p:cNvSpPr/>
          <p:nvPr/>
        </p:nvSpPr>
        <p:spPr>
          <a:xfrm rot="10800000">
            <a:off x="-400860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B027DDD6-001D-1ACC-7B9E-C32C02ACD33E}"/>
              </a:ext>
            </a:extLst>
          </p:cNvPr>
          <p:cNvSpPr/>
          <p:nvPr/>
        </p:nvSpPr>
        <p:spPr>
          <a:xfrm rot="10800000">
            <a:off x="3204151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233A09-A63E-6C84-D635-F93CC8FF0811}"/>
              </a:ext>
            </a:extLst>
          </p:cNvPr>
          <p:cNvSpPr txBox="1"/>
          <p:nvPr/>
        </p:nvSpPr>
        <p:spPr>
          <a:xfrm>
            <a:off x="85053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127379-99B4-D90A-49FB-50C0AE71F599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5E32EDE-C5B7-0205-DED2-7E955937516C}"/>
              </a:ext>
            </a:extLst>
          </p:cNvPr>
          <p:cNvSpPr/>
          <p:nvPr/>
        </p:nvSpPr>
        <p:spPr>
          <a:xfrm>
            <a:off x="30049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DA405E-2ED0-6DB2-9A33-54872E0D98FB}"/>
              </a:ext>
            </a:extLst>
          </p:cNvPr>
          <p:cNvSpPr/>
          <p:nvPr/>
        </p:nvSpPr>
        <p:spPr>
          <a:xfrm>
            <a:off x="1142153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DAE7D3-428C-6357-61E9-D8A8162BF6C7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23B1A8C-78FC-7DC1-F4DC-84D5B76B7B22}"/>
              </a:ext>
            </a:extLst>
          </p:cNvPr>
          <p:cNvSpPr txBox="1">
            <a:spLocks/>
          </p:cNvSpPr>
          <p:nvPr/>
        </p:nvSpPr>
        <p:spPr>
          <a:xfrm>
            <a:off x="8025149" y="2099255"/>
            <a:ext cx="3782199" cy="47301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22EA0E8-A23F-55DD-E3D0-E5F713070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5469" y="1846004"/>
            <a:ext cx="9304658" cy="441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90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9993-70C3-96B6-2D97-3A99BD28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02BA-70AD-6D3E-0297-D33A45DD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DC40F-E383-4717-E736-7A805987BB55}"/>
              </a:ext>
            </a:extLst>
          </p:cNvPr>
          <p:cNvSpPr txBox="1"/>
          <p:nvPr/>
        </p:nvSpPr>
        <p:spPr>
          <a:xfrm>
            <a:off x="4932604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7A0C5FEE-7D7D-E4F6-0114-B771C5FDB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488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1C1AE8FC-92AF-4B97-7048-5CD8EFA44E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FDE20F63-9989-261F-2F22-707BFB03540B}"/>
              </a:ext>
            </a:extLst>
          </p:cNvPr>
          <p:cNvSpPr/>
          <p:nvPr/>
        </p:nvSpPr>
        <p:spPr>
          <a:xfrm>
            <a:off x="-359542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9940D80B-4C48-F694-FFEB-B029A8775202}"/>
              </a:ext>
            </a:extLst>
          </p:cNvPr>
          <p:cNvSpPr/>
          <p:nvPr/>
        </p:nvSpPr>
        <p:spPr>
          <a:xfrm>
            <a:off x="3228299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1E142E18-58A0-9A73-3114-17B5BC17DF7A}"/>
              </a:ext>
            </a:extLst>
          </p:cNvPr>
          <p:cNvSpPr/>
          <p:nvPr/>
        </p:nvSpPr>
        <p:spPr>
          <a:xfrm rot="10800000">
            <a:off x="-400860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CEC706F4-ACED-1F6D-22B2-DF8A34772428}"/>
              </a:ext>
            </a:extLst>
          </p:cNvPr>
          <p:cNvSpPr/>
          <p:nvPr/>
        </p:nvSpPr>
        <p:spPr>
          <a:xfrm rot="10800000">
            <a:off x="3204151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F0FBFE-3A8D-3D81-E221-A7E444BBD450}"/>
              </a:ext>
            </a:extLst>
          </p:cNvPr>
          <p:cNvSpPr txBox="1"/>
          <p:nvPr/>
        </p:nvSpPr>
        <p:spPr>
          <a:xfrm>
            <a:off x="85053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9F280F-E0B9-8BF7-6B6C-31A31698B901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0B81258-DD10-6AC8-C0BB-4F435DE5C7FD}"/>
              </a:ext>
            </a:extLst>
          </p:cNvPr>
          <p:cNvSpPr/>
          <p:nvPr/>
        </p:nvSpPr>
        <p:spPr>
          <a:xfrm>
            <a:off x="30049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568C85-E389-FC6C-1474-7BAA4AA39213}"/>
              </a:ext>
            </a:extLst>
          </p:cNvPr>
          <p:cNvSpPr/>
          <p:nvPr/>
        </p:nvSpPr>
        <p:spPr>
          <a:xfrm>
            <a:off x="1142153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40D695-5E89-EF81-0B77-BCB6E246367A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A397E14-51BE-4C38-0EFE-60612498891C}"/>
              </a:ext>
            </a:extLst>
          </p:cNvPr>
          <p:cNvSpPr txBox="1">
            <a:spLocks/>
          </p:cNvSpPr>
          <p:nvPr/>
        </p:nvSpPr>
        <p:spPr>
          <a:xfrm>
            <a:off x="8025149" y="2099255"/>
            <a:ext cx="3782199" cy="47301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F9298F9-1ACD-1FF0-1E9E-C3B483F8CD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586" y="1884893"/>
            <a:ext cx="9005414" cy="427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50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4A9A-F990-6EE6-93D7-647BCF99B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2350-C765-FEB9-5CFF-2855B90BF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76B08-6684-B65B-506F-4ECCBED85BBE}"/>
              </a:ext>
            </a:extLst>
          </p:cNvPr>
          <p:cNvSpPr txBox="1"/>
          <p:nvPr/>
        </p:nvSpPr>
        <p:spPr>
          <a:xfrm>
            <a:off x="4932604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892F8223-C87F-6F35-2376-36C1D52A4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488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EB527890-96F2-B079-8619-B76E1CE57F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426A08B4-0F7D-3F03-1015-F61AFC3914B5}"/>
              </a:ext>
            </a:extLst>
          </p:cNvPr>
          <p:cNvSpPr/>
          <p:nvPr/>
        </p:nvSpPr>
        <p:spPr>
          <a:xfrm>
            <a:off x="-359542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4C9AF061-67E9-5979-1016-904105375D68}"/>
              </a:ext>
            </a:extLst>
          </p:cNvPr>
          <p:cNvSpPr/>
          <p:nvPr/>
        </p:nvSpPr>
        <p:spPr>
          <a:xfrm>
            <a:off x="3228299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538E7FAD-25A0-18DE-2D68-1103612C6A74}"/>
              </a:ext>
            </a:extLst>
          </p:cNvPr>
          <p:cNvSpPr/>
          <p:nvPr/>
        </p:nvSpPr>
        <p:spPr>
          <a:xfrm rot="10800000">
            <a:off x="-400860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263D2F71-0E11-B8B8-9659-D5E1AD79EE10}"/>
              </a:ext>
            </a:extLst>
          </p:cNvPr>
          <p:cNvSpPr/>
          <p:nvPr/>
        </p:nvSpPr>
        <p:spPr>
          <a:xfrm rot="10800000">
            <a:off x="3204151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04EDA1-F088-8EE5-6F9E-2F6B0485E385}"/>
              </a:ext>
            </a:extLst>
          </p:cNvPr>
          <p:cNvSpPr txBox="1"/>
          <p:nvPr/>
        </p:nvSpPr>
        <p:spPr>
          <a:xfrm>
            <a:off x="85053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CB3487-F2F4-E4B6-9E83-FAEFBD073579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77EE586-E253-6E54-7A89-73BF8531445A}"/>
              </a:ext>
            </a:extLst>
          </p:cNvPr>
          <p:cNvSpPr/>
          <p:nvPr/>
        </p:nvSpPr>
        <p:spPr>
          <a:xfrm>
            <a:off x="30049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BA5F38-224C-1AF4-6F30-597C22AFB382}"/>
              </a:ext>
            </a:extLst>
          </p:cNvPr>
          <p:cNvSpPr/>
          <p:nvPr/>
        </p:nvSpPr>
        <p:spPr>
          <a:xfrm>
            <a:off x="1142153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DDDD2B-05C6-D4D4-489B-491938584812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FCD5824-D552-6E96-E66A-7554E3A8B948}"/>
              </a:ext>
            </a:extLst>
          </p:cNvPr>
          <p:cNvSpPr txBox="1">
            <a:spLocks/>
          </p:cNvSpPr>
          <p:nvPr/>
        </p:nvSpPr>
        <p:spPr>
          <a:xfrm>
            <a:off x="8025149" y="2099255"/>
            <a:ext cx="3782199" cy="47301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F1DF647-568B-AEAF-E84B-E63BC8DAF2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3855" y="-375410"/>
            <a:ext cx="8406657" cy="792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51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3CC2A-ACD7-AFB5-72BB-F10BA86B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C135-C3FE-0FFC-6160-2A58F0D2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E90CA-EDF9-7D5F-D4B3-ED6CD1BB1C95}"/>
              </a:ext>
            </a:extLst>
          </p:cNvPr>
          <p:cNvSpPr txBox="1"/>
          <p:nvPr/>
        </p:nvSpPr>
        <p:spPr>
          <a:xfrm>
            <a:off x="4932604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BF2EC656-65BD-3508-27C0-8D9C7E52E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488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3DEA337B-7F0B-C663-0137-DBD54DFC3E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D5DA03D7-B990-4255-1FE6-2AAC1458968A}"/>
              </a:ext>
            </a:extLst>
          </p:cNvPr>
          <p:cNvSpPr/>
          <p:nvPr/>
        </p:nvSpPr>
        <p:spPr>
          <a:xfrm>
            <a:off x="-359542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579C6EC8-13E0-A55B-4C4A-29926B752065}"/>
              </a:ext>
            </a:extLst>
          </p:cNvPr>
          <p:cNvSpPr/>
          <p:nvPr/>
        </p:nvSpPr>
        <p:spPr>
          <a:xfrm>
            <a:off x="3228299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6B88BD9A-630D-0B85-4E8B-6431EC757D90}"/>
              </a:ext>
            </a:extLst>
          </p:cNvPr>
          <p:cNvSpPr/>
          <p:nvPr/>
        </p:nvSpPr>
        <p:spPr>
          <a:xfrm rot="10800000">
            <a:off x="-400860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DBB20B40-42B7-6091-D02A-988644F7D838}"/>
              </a:ext>
            </a:extLst>
          </p:cNvPr>
          <p:cNvSpPr/>
          <p:nvPr/>
        </p:nvSpPr>
        <p:spPr>
          <a:xfrm rot="10800000">
            <a:off x="3204151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A1C821-1642-767B-6917-A5461E50DF20}"/>
              </a:ext>
            </a:extLst>
          </p:cNvPr>
          <p:cNvSpPr txBox="1"/>
          <p:nvPr/>
        </p:nvSpPr>
        <p:spPr>
          <a:xfrm>
            <a:off x="85053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45E904-5179-DB9A-19A7-2C4524AB33D9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E56B5C2-A3F6-B5B5-A6F5-1A8F09A3DF57}"/>
              </a:ext>
            </a:extLst>
          </p:cNvPr>
          <p:cNvSpPr/>
          <p:nvPr/>
        </p:nvSpPr>
        <p:spPr>
          <a:xfrm>
            <a:off x="30049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EB631F-1551-AE34-677B-38DA9CE52CD6}"/>
              </a:ext>
            </a:extLst>
          </p:cNvPr>
          <p:cNvSpPr/>
          <p:nvPr/>
        </p:nvSpPr>
        <p:spPr>
          <a:xfrm>
            <a:off x="1142153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E3FADC-D484-4AB7-3B8C-C4D6A353E1B0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75510CB-E41B-FFF0-48B2-A941304CB844}"/>
              </a:ext>
            </a:extLst>
          </p:cNvPr>
          <p:cNvSpPr txBox="1">
            <a:spLocks/>
          </p:cNvSpPr>
          <p:nvPr/>
        </p:nvSpPr>
        <p:spPr>
          <a:xfrm>
            <a:off x="8025149" y="2099255"/>
            <a:ext cx="3782199" cy="47301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91525D-E73C-FD35-5D90-3D7E6CA51E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4151" y="2475992"/>
            <a:ext cx="10195204" cy="292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324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168FC-1850-408D-2B7E-EB7F745D3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A75FB-9D0D-1A59-36BB-24C9BAB9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6" name="Content Placeholder 5" descr="Internet outline">
            <a:extLst>
              <a:ext uri="{FF2B5EF4-FFF2-40B4-BE49-F238E27FC236}">
                <a16:creationId xmlns:a16="http://schemas.microsoft.com/office/drawing/2014/main" id="{7D6784FE-0783-EBF3-3D22-26CEDA46D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136" y="2555750"/>
            <a:ext cx="2743200" cy="2743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227F2D-8E7A-C71C-FCB7-85F5CE75C6B5}"/>
              </a:ext>
            </a:extLst>
          </p:cNvPr>
          <p:cNvSpPr txBox="1"/>
          <p:nvPr/>
        </p:nvSpPr>
        <p:spPr>
          <a:xfrm>
            <a:off x="9144000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68F7F33C-8A96-9D5B-87BF-7DF46221B3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4FA3A702-000F-7C85-BE45-3834C8C744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4FF4D6FB-6868-B0E8-9E4B-B72AC53B5642}"/>
              </a:ext>
            </a:extLst>
          </p:cNvPr>
          <p:cNvSpPr/>
          <p:nvPr/>
        </p:nvSpPr>
        <p:spPr>
          <a:xfrm>
            <a:off x="3851854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7E4D9133-925A-2355-07B4-92626299A064}"/>
              </a:ext>
            </a:extLst>
          </p:cNvPr>
          <p:cNvSpPr/>
          <p:nvPr/>
        </p:nvSpPr>
        <p:spPr>
          <a:xfrm>
            <a:off x="7491211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9C454B5A-4845-F375-17C9-BB0C2698D480}"/>
              </a:ext>
            </a:extLst>
          </p:cNvPr>
          <p:cNvSpPr/>
          <p:nvPr/>
        </p:nvSpPr>
        <p:spPr>
          <a:xfrm rot="10800000">
            <a:off x="3810536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7359F2CE-5492-C418-33A2-9CFA27ECC5F2}"/>
              </a:ext>
            </a:extLst>
          </p:cNvPr>
          <p:cNvSpPr/>
          <p:nvPr/>
        </p:nvSpPr>
        <p:spPr>
          <a:xfrm rot="10800000">
            <a:off x="7467063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C2855F-4FA3-161B-9DDE-E03D13C30DB7}"/>
              </a:ext>
            </a:extLst>
          </p:cNvPr>
          <p:cNvSpPr txBox="1"/>
          <p:nvPr/>
        </p:nvSpPr>
        <p:spPr>
          <a:xfrm>
            <a:off x="140218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05CB40-8912-F145-7A50-A1D1A2639199}"/>
              </a:ext>
            </a:extLst>
          </p:cNvPr>
          <p:cNvSpPr txBox="1"/>
          <p:nvPr/>
        </p:nvSpPr>
        <p:spPr>
          <a:xfrm>
            <a:off x="5113446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7F054B-9AA3-6981-CFDC-3D11A6783EEE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F30A834-4591-DCE0-1F1F-D5937253A6BA}"/>
              </a:ext>
            </a:extLst>
          </p:cNvPr>
          <p:cNvSpPr/>
          <p:nvPr/>
        </p:nvSpPr>
        <p:spPr>
          <a:xfrm>
            <a:off x="4511895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23D2F75-1F86-3D17-BF5D-39C117100A17}"/>
              </a:ext>
            </a:extLst>
          </p:cNvPr>
          <p:cNvSpPr/>
          <p:nvPr/>
        </p:nvSpPr>
        <p:spPr>
          <a:xfrm>
            <a:off x="88541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Front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AF91D-ACE4-C7F8-3D74-57908F2864CE}"/>
              </a:ext>
            </a:extLst>
          </p:cNvPr>
          <p:cNvSpPr/>
          <p:nvPr/>
        </p:nvSpPr>
        <p:spPr>
          <a:xfrm>
            <a:off x="5353549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3D23DA-C218-55DC-67C9-14448BE754F2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5E10CE-72BD-4450-EF17-C61D62005054}"/>
              </a:ext>
            </a:extLst>
          </p:cNvPr>
          <p:cNvSpPr/>
          <p:nvPr/>
        </p:nvSpPr>
        <p:spPr>
          <a:xfrm>
            <a:off x="1346746" y="5863455"/>
            <a:ext cx="22455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Front-end JS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7800946-F8FC-42E8-F44A-F9929FDCEAFB}"/>
              </a:ext>
            </a:extLst>
          </p:cNvPr>
          <p:cNvSpPr txBox="1">
            <a:spLocks/>
          </p:cNvSpPr>
          <p:nvPr/>
        </p:nvSpPr>
        <p:spPr>
          <a:xfrm>
            <a:off x="517198" y="1876745"/>
            <a:ext cx="7563757" cy="47301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BCBBD4-8015-4DA9-E53D-1585FFB8382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5612" t="-565" r="-12131" b="565"/>
          <a:stretch>
            <a:fillRect/>
          </a:stretch>
        </p:blipFill>
        <p:spPr>
          <a:xfrm>
            <a:off x="-380251" y="1559050"/>
            <a:ext cx="10129557" cy="5572906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1284CC1-41DC-D329-0817-916FB920CC2A}"/>
              </a:ext>
            </a:extLst>
          </p:cNvPr>
          <p:cNvSpPr/>
          <p:nvPr/>
        </p:nvSpPr>
        <p:spPr>
          <a:xfrm>
            <a:off x="672921" y="4653015"/>
            <a:ext cx="936938" cy="30263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31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4243C-A70A-E57B-34B8-CC9F5CBB6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84EA6-F26C-948D-00DB-5E8901B3E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6" name="Content Placeholder 5" descr="Internet outline">
            <a:extLst>
              <a:ext uri="{FF2B5EF4-FFF2-40B4-BE49-F238E27FC236}">
                <a16:creationId xmlns:a16="http://schemas.microsoft.com/office/drawing/2014/main" id="{3BA1C9D6-F735-88BA-4171-7E816B8DF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136" y="2555750"/>
            <a:ext cx="2743200" cy="2743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78D303-9CEF-263C-D7FA-C6334D85352A}"/>
              </a:ext>
            </a:extLst>
          </p:cNvPr>
          <p:cNvSpPr txBox="1"/>
          <p:nvPr/>
        </p:nvSpPr>
        <p:spPr>
          <a:xfrm>
            <a:off x="9144000" y="3216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37829AE2-142A-1D56-D670-4AE53762EB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571849"/>
            <a:ext cx="2743200" cy="2743200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40BF74B3-5DB3-3F05-EE2A-865485618E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5664" y="2555750"/>
            <a:ext cx="2743200" cy="2743200"/>
          </a:xfrm>
          <a:prstGeom prst="rect">
            <a:avLst/>
          </a:prstGeom>
        </p:spPr>
      </p:pic>
      <p:sp>
        <p:nvSpPr>
          <p:cNvPr id="11" name="Curved Up Arrow 10">
            <a:extLst>
              <a:ext uri="{FF2B5EF4-FFF2-40B4-BE49-F238E27FC236}">
                <a16:creationId xmlns:a16="http://schemas.microsoft.com/office/drawing/2014/main" id="{C3316F2F-A3E0-CF40-1605-B3190FBD8A79}"/>
              </a:ext>
            </a:extLst>
          </p:cNvPr>
          <p:cNvSpPr/>
          <p:nvPr/>
        </p:nvSpPr>
        <p:spPr>
          <a:xfrm>
            <a:off x="3851854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56E2EFE5-FC4E-BBE2-1D47-AA638262648F}"/>
              </a:ext>
            </a:extLst>
          </p:cNvPr>
          <p:cNvSpPr/>
          <p:nvPr/>
        </p:nvSpPr>
        <p:spPr>
          <a:xfrm>
            <a:off x="7491211" y="3943449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D0FF1A6E-EB1F-F816-F5F6-950DF1C7DB63}"/>
              </a:ext>
            </a:extLst>
          </p:cNvPr>
          <p:cNvSpPr/>
          <p:nvPr/>
        </p:nvSpPr>
        <p:spPr>
          <a:xfrm rot="10800000">
            <a:off x="3810536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A0A74339-1B8E-6EC9-5C2C-D3FFBC8E2034}"/>
              </a:ext>
            </a:extLst>
          </p:cNvPr>
          <p:cNvSpPr/>
          <p:nvPr/>
        </p:nvSpPr>
        <p:spPr>
          <a:xfrm rot="10800000">
            <a:off x="7467063" y="3317136"/>
            <a:ext cx="1067876" cy="3967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A8294E-BD3B-2B54-0313-C2BF08AF850B}"/>
              </a:ext>
            </a:extLst>
          </p:cNvPr>
          <p:cNvSpPr txBox="1"/>
          <p:nvPr/>
        </p:nvSpPr>
        <p:spPr>
          <a:xfrm>
            <a:off x="1402184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AAD4FE-F285-D25F-DCA2-A988EDB58224}"/>
              </a:ext>
            </a:extLst>
          </p:cNvPr>
          <p:cNvSpPr txBox="1"/>
          <p:nvPr/>
        </p:nvSpPr>
        <p:spPr>
          <a:xfrm>
            <a:off x="5113446" y="5114284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18F0C2-1D2F-199F-1AB3-1A7938EA09EE}"/>
              </a:ext>
            </a:extLst>
          </p:cNvPr>
          <p:cNvSpPr txBox="1"/>
          <p:nvPr/>
        </p:nvSpPr>
        <p:spPr>
          <a:xfrm>
            <a:off x="8859052" y="5099259"/>
            <a:ext cx="196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EDBABC5-9C74-7E85-A7C6-32209B58E51B}"/>
              </a:ext>
            </a:extLst>
          </p:cNvPr>
          <p:cNvSpPr/>
          <p:nvPr/>
        </p:nvSpPr>
        <p:spPr>
          <a:xfrm>
            <a:off x="4511895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D9F7A56-C1E9-B1FD-77F1-81A1EFD669DE}"/>
              </a:ext>
            </a:extLst>
          </p:cNvPr>
          <p:cNvSpPr/>
          <p:nvPr/>
        </p:nvSpPr>
        <p:spPr>
          <a:xfrm>
            <a:off x="885419" y="2060619"/>
            <a:ext cx="3168203" cy="3760631"/>
          </a:xfrm>
          <a:prstGeom prst="roundRect">
            <a:avLst/>
          </a:prstGeom>
          <a:solidFill>
            <a:srgbClr val="1A326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Front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6D5EF0-B2FF-16CF-7FB3-D8543BE5A14E}"/>
              </a:ext>
            </a:extLst>
          </p:cNvPr>
          <p:cNvSpPr/>
          <p:nvPr/>
        </p:nvSpPr>
        <p:spPr>
          <a:xfrm>
            <a:off x="5353549" y="5863456"/>
            <a:ext cx="14848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Node.js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BFED81-53DF-205E-2CED-04F8C4706AEC}"/>
              </a:ext>
            </a:extLst>
          </p:cNvPr>
          <p:cNvSpPr/>
          <p:nvPr/>
        </p:nvSpPr>
        <p:spPr>
          <a:xfrm>
            <a:off x="8871366" y="5863456"/>
            <a:ext cx="18717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MongoDB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C04EA-6CD2-7650-D74C-01AE6F9D130B}"/>
              </a:ext>
            </a:extLst>
          </p:cNvPr>
          <p:cNvSpPr/>
          <p:nvPr/>
        </p:nvSpPr>
        <p:spPr>
          <a:xfrm>
            <a:off x="1346746" y="5863455"/>
            <a:ext cx="22455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>
                  <a:noFill/>
                </a:ln>
                <a:solidFill>
                  <a:srgbClr val="C00000"/>
                </a:solidFill>
              </a:rPr>
              <a:t>Front-end JS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C276FAF-91C6-6304-96AD-FCD25A0FEDA8}"/>
              </a:ext>
            </a:extLst>
          </p:cNvPr>
          <p:cNvSpPr txBox="1">
            <a:spLocks/>
          </p:cNvSpPr>
          <p:nvPr/>
        </p:nvSpPr>
        <p:spPr>
          <a:xfrm>
            <a:off x="517198" y="1876745"/>
            <a:ext cx="7563757" cy="47301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20" name="Picture 1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E7A5B00-5773-1292-9902-97BBA6D835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36922" y="2037534"/>
            <a:ext cx="9030933" cy="473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41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20E65-666D-428E-7A17-E6EEA40B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2FE0-D262-D909-4652-B50394C9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packages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ACEF95D-05A9-08F9-BB1A-2960C6CBE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Install Node.js and </a:t>
            </a:r>
            <a:r>
              <a:rPr lang="en-US" sz="2400" dirty="0" err="1"/>
              <a:t>npm</a:t>
            </a:r>
            <a:r>
              <a:rPr lang="en-US" sz="2400" dirty="0"/>
              <a:t> (</a:t>
            </a:r>
            <a:r>
              <a:rPr lang="en-US" sz="2400" dirty="0">
                <a:hlinkClick r:id="rId3"/>
              </a:rPr>
              <a:t>https://nodejs.org/en/download</a:t>
            </a:r>
            <a:r>
              <a:rPr lang="en-US" sz="2400" dirty="0"/>
              <a:t>) 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Navigate to big-data-lab folder and install: 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sz="2400" dirty="0" err="1"/>
              <a:t>Express.js</a:t>
            </a:r>
            <a:r>
              <a:rPr lang="en-US" sz="2400" dirty="0"/>
              <a:t> </a:t>
            </a:r>
          </a:p>
          <a:p>
            <a:pPr marL="666900" lvl="1" indent="-342900">
              <a:buFont typeface="+mj-lt"/>
              <a:buAutoNum type="arabicPeriod"/>
            </a:pPr>
            <a:endParaRPr lang="en-US" sz="2400" dirty="0"/>
          </a:p>
          <a:p>
            <a:pPr marL="666900" lvl="1" indent="-342900">
              <a:buFont typeface="+mj-lt"/>
              <a:buAutoNum type="arabicPeriod"/>
            </a:pPr>
            <a:endParaRPr lang="en-US" sz="2400" dirty="0"/>
          </a:p>
          <a:p>
            <a:pPr marL="666900" lvl="1" indent="-342900">
              <a:buFont typeface="+mj-lt"/>
              <a:buAutoNum type="arabicPeriod"/>
            </a:pPr>
            <a:r>
              <a:rPr lang="en-US" sz="2400" dirty="0"/>
              <a:t>MongoDB Node.js driver  </a:t>
            </a:r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D1B92B-0D1A-8B09-076F-8346BAABB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356" y="3803233"/>
            <a:ext cx="2971137" cy="1447800"/>
          </a:xfrm>
          <a:prstGeom prst="rect">
            <a:avLst/>
          </a:prstGeom>
        </p:spPr>
      </p:pic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7AAEB1-1955-4841-DCA3-D85D42836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251" y="5302549"/>
            <a:ext cx="3225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73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1D878-9A62-2380-AF2E-C4F1DD8F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A77B-8EC8-0784-77EE-BC9148B1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visualization</a:t>
            </a:r>
          </a:p>
        </p:txBody>
      </p:sp>
      <p:pic>
        <p:nvPicPr>
          <p:cNvPr id="6" name="Untitled">
            <a:hlinkClick r:id="" action="ppaction://media"/>
            <a:extLst>
              <a:ext uri="{FF2B5EF4-FFF2-40B4-BE49-F238E27FC236}">
                <a16:creationId xmlns:a16="http://schemas.microsoft.com/office/drawing/2014/main" id="{8AA97FE7-8FCF-A66C-0456-62F7AB5AA14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884738" y="0"/>
            <a:ext cx="7307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9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89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2351</TotalTime>
  <Words>244</Words>
  <Application>Microsoft Macintosh PowerPoint</Application>
  <PresentationFormat>Widescreen</PresentationFormat>
  <Paragraphs>142</Paragraphs>
  <Slides>18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Gill Sans MT</vt:lpstr>
      <vt:lpstr>Wingdings 2</vt:lpstr>
      <vt:lpstr>Dividend</vt:lpstr>
      <vt:lpstr>Visual Analytics: big data lab</vt:lpstr>
      <vt:lpstr>Today’s plan</vt:lpstr>
      <vt:lpstr>full stack basics</vt:lpstr>
      <vt:lpstr>Required packages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required packages</vt:lpstr>
      <vt:lpstr>Dynamic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Mosca</dc:creator>
  <cp:lastModifiedBy>Ab Mosca</cp:lastModifiedBy>
  <cp:revision>73</cp:revision>
  <dcterms:created xsi:type="dcterms:W3CDTF">2025-11-19T17:12:35Z</dcterms:created>
  <dcterms:modified xsi:type="dcterms:W3CDTF">2026-02-20T18:13:18Z</dcterms:modified>
</cp:coreProperties>
</file>