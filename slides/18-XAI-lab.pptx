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60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5423"/>
    <p:restoredTop sz="64589"/>
  </p:normalViewPr>
  <p:slideViewPr>
    <p:cSldViewPr snapToGrid="0">
      <p:cViewPr varScale="1">
        <p:scale>
          <a:sx n="79" d="100"/>
          <a:sy n="79" d="100"/>
        </p:scale>
        <p:origin x="1768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D22518-F7FE-2E40-9C60-793856882CE6}" type="datetimeFigureOut">
              <a:rPr lang="en-US" smtClean="0"/>
              <a:t>2/27/26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62CD335-F0CB-D347-B8A5-7AB70F34C3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40672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2CD335-F0CB-D347-B8A5-7AB70F34C34F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317799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2CD335-F0CB-D347-B8A5-7AB70F34C34F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497288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B8EE41-EAF8-1306-DB0E-1FA10326A8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62DA8F4-6B10-C226-9162-EC072C0CA4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8F54475-E018-6DCA-26C4-DAE63257F2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4081EC-181B-8509-7BC6-C0E480A6EB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2CD335-F0CB-D347-B8A5-7AB70F34C34F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976311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508E13-DCD9-42A3-3557-6D9C514C70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7301654-659E-808A-9212-486B3D94614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76BB146-6CD3-57EF-B38D-176B25FE51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4B185E-F7FC-478D-9C8A-58CBA16532B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2CD335-F0CB-D347-B8A5-7AB70F34C34F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910476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2/27/26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12372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2/27/26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61698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2/27/26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96651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2/27/26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45580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2/27/26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654220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2/27/26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47456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2/27/26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91590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2/27/26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14016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2/27/26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497494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2/27/26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59890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2/27/26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22798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2/27/26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05439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visxai.io/#hall-of-fame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CDBFC0-8BA3-DEDC-7E39-89EC7856846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Visual Analytics: explainable ai lab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ECBEFAC-62BD-EFDC-63B4-33E49BD33BA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Ab Mosca (they/them)</a:t>
            </a:r>
          </a:p>
        </p:txBody>
      </p:sp>
    </p:spTree>
    <p:extLst>
      <p:ext uri="{BB962C8B-B14F-4D97-AF65-F5344CB8AC3E}">
        <p14:creationId xmlns:p14="http://schemas.microsoft.com/office/powerpoint/2010/main" val="5473888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CDCEEC-DA3B-FF6E-BAEB-9400A30851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Today’s 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0A6356-47F4-DF13-CFDC-C996D4E40A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t">
            <a:noAutofit/>
          </a:bodyPr>
          <a:lstStyle/>
          <a:p>
            <a:r>
              <a:rPr lang="en-US" sz="2400" dirty="0"/>
              <a:t>Intro to “</a:t>
            </a:r>
            <a:r>
              <a:rPr lang="en-US" sz="2400" dirty="0" err="1"/>
              <a:t>explainables</a:t>
            </a:r>
            <a:r>
              <a:rPr lang="en-US" sz="2400" dirty="0"/>
              <a:t> / </a:t>
            </a:r>
            <a:r>
              <a:rPr lang="en-US" sz="2400" dirty="0" err="1"/>
              <a:t>explorables</a:t>
            </a:r>
            <a:r>
              <a:rPr lang="en-US" sz="2400" dirty="0"/>
              <a:t>”</a:t>
            </a:r>
          </a:p>
          <a:p>
            <a:r>
              <a:rPr lang="en-US" sz="2400" dirty="0"/>
              <a:t>Create your own </a:t>
            </a:r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0575609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0986A2-271B-C899-5383-0AA777CE77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658593-D17F-89D2-36B7-C8EBBE7F57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Ai </a:t>
            </a:r>
            <a:r>
              <a:rPr lang="en-US" dirty="0" err="1"/>
              <a:t>Explainables</a:t>
            </a:r>
            <a:r>
              <a:rPr lang="en-US" dirty="0"/>
              <a:t> / </a:t>
            </a:r>
            <a:r>
              <a:rPr lang="en-US" dirty="0" err="1"/>
              <a:t>explorables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6CEBC4-8452-C91E-095A-5E81C84318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t">
            <a:noAutofit/>
          </a:bodyPr>
          <a:lstStyle/>
          <a:p>
            <a:r>
              <a:rPr lang="en-US" sz="2400" dirty="0" err="1"/>
              <a:t>VISxAI</a:t>
            </a:r>
            <a:r>
              <a:rPr lang="en-US" sz="2400" dirty="0"/>
              <a:t> is a workshop focused on using visualization to explain AI algorithms / techniques</a:t>
            </a:r>
          </a:p>
          <a:p>
            <a:r>
              <a:rPr lang="en-US" sz="2400" dirty="0"/>
              <a:t>Each year, participants submit web-based visualizations that walk through the inner workings of an AI algorithm </a:t>
            </a:r>
          </a:p>
          <a:p>
            <a:r>
              <a:rPr lang="en-US" sz="2400" dirty="0"/>
              <a:t>Check out one of the Hall of Fame submissions: </a:t>
            </a:r>
            <a:r>
              <a:rPr lang="en-US" sz="2400" dirty="0">
                <a:hlinkClick r:id="rId3"/>
              </a:rPr>
              <a:t>https://visxai.io/#hall-of-fame</a:t>
            </a:r>
            <a:r>
              <a:rPr lang="en-US" sz="24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826090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A956C7-2D82-5E58-42C3-9C79B19B51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F686FC-0151-CC3C-6737-5B496E49C0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an Ai Explainable / explorable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476FC0-52C3-6D6B-DD22-06B569B60F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t">
            <a:noAutofit/>
          </a:bodyPr>
          <a:lstStyle/>
          <a:p>
            <a:r>
              <a:rPr lang="en-US" sz="2400" dirty="0"/>
              <a:t>Choose an AI or ML technique that interests you. It does not have to be extremely complex, for example you could pick logistic regression</a:t>
            </a:r>
          </a:p>
          <a:p>
            <a:r>
              <a:rPr lang="en-US" sz="2400" dirty="0"/>
              <a:t>If you don’t know much about the technique, look up the basics of how it works</a:t>
            </a:r>
          </a:p>
          <a:p>
            <a:r>
              <a:rPr lang="en-US" sz="2400" dirty="0"/>
              <a:t>Sketch an outline to an explainable you could make for the technique you chose </a:t>
            </a:r>
          </a:p>
          <a:p>
            <a:r>
              <a:rPr lang="en-US" sz="2400" dirty="0"/>
              <a:t>Implement your idea as a webpage </a:t>
            </a:r>
          </a:p>
        </p:txBody>
      </p:sp>
    </p:spTree>
    <p:extLst>
      <p:ext uri="{BB962C8B-B14F-4D97-AF65-F5344CB8AC3E}">
        <p14:creationId xmlns:p14="http://schemas.microsoft.com/office/powerpoint/2010/main" val="3603149533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">
  <a:themeElements>
    <a:clrScheme name="Dividend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66F1C100-1D2B-4BEA-AD01-C4F230B3B96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Dividend</Template>
  <TotalTime>2831</TotalTime>
  <Words>150</Words>
  <Application>Microsoft Macintosh PowerPoint</Application>
  <PresentationFormat>Widescreen</PresentationFormat>
  <Paragraphs>18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Gill Sans MT</vt:lpstr>
      <vt:lpstr>Wingdings 2</vt:lpstr>
      <vt:lpstr>Dividend</vt:lpstr>
      <vt:lpstr>Visual Analytics: explainable ai lab</vt:lpstr>
      <vt:lpstr>Today’s plan</vt:lpstr>
      <vt:lpstr>Ai Explainables / explorables</vt:lpstr>
      <vt:lpstr>create an Ai Explainable / explorable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Ab Mosca</dc:creator>
  <cp:lastModifiedBy>Ab Mosca</cp:lastModifiedBy>
  <cp:revision>83</cp:revision>
  <dcterms:created xsi:type="dcterms:W3CDTF">2025-11-19T17:12:35Z</dcterms:created>
  <dcterms:modified xsi:type="dcterms:W3CDTF">2026-02-27T15:52:29Z</dcterms:modified>
</cp:coreProperties>
</file>