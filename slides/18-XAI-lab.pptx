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60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23"/>
    <p:restoredTop sz="64540"/>
  </p:normalViewPr>
  <p:slideViewPr>
    <p:cSldViewPr snapToGrid="0">
      <p:cViewPr varScale="1">
        <p:scale>
          <a:sx n="66" d="100"/>
          <a:sy n="66" d="100"/>
        </p:scale>
        <p:origin x="1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7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7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1C52-8AB0-C0CD-640B-1D1CE810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94121-6A1A-EA99-4D5C-C4707EABC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BDB37-7CE5-9529-21EB-F02F4FE78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33B3D-B53A-B60B-9315-8F9776132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07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F378-6AAC-D8CD-02D3-D44FEFB4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A523B-E528-D297-6D8A-31EED3100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7CB17-DBFA-0A9E-161D-3E0CFCD83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 boxes present a typical AI pipeline with four trust components in green. Lastly, the vivid yellow nodes refer to the research objectives (O1–O4) associated with the related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DCD0A-6DCB-8472-7977-CF2A2B400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21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EE41-EAF8-1306-DB0E-1FA10326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DA8F4-6B10-C226-9162-EC072C0CA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54475-E018-6DCA-26C4-DAE63257F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081EC-181B-8509-7BC6-C0E480A6E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63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08E13-DCD9-42A3-3557-6D9C514C7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301654-659E-808A-9212-486B3D946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BB146-6CD3-57EF-B38D-176B25FE5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B185E-F7FC-478D-9C8A-58CBA1653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04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sxai.io/#hall-of-fam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explainable ai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sz="2400" dirty="0"/>
              <a:t>Warm up</a:t>
            </a:r>
          </a:p>
          <a:p>
            <a:r>
              <a:rPr lang="en-US" sz="2400" dirty="0"/>
              <a:t>Intro to “</a:t>
            </a:r>
            <a:r>
              <a:rPr lang="en-US" sz="2400" dirty="0" err="1"/>
              <a:t>explainables</a:t>
            </a:r>
            <a:r>
              <a:rPr lang="en-US" sz="2400" dirty="0"/>
              <a:t> / </a:t>
            </a:r>
            <a:r>
              <a:rPr lang="en-US" sz="2400" dirty="0" err="1"/>
              <a:t>explorables</a:t>
            </a:r>
            <a:r>
              <a:rPr lang="en-US" sz="2400" dirty="0"/>
              <a:t>”</a:t>
            </a:r>
          </a:p>
          <a:p>
            <a:r>
              <a:rPr lang="en-US" sz="2400" dirty="0"/>
              <a:t>Create your </a:t>
            </a:r>
            <a:r>
              <a:rPr lang="en-US" sz="2400"/>
              <a:t>own 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D80C-80A3-241F-D90D-2B3C0EAB8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EE0E-9E24-6595-D4A5-AB1E4679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3E8CF-CB10-9B53-0F24-5578D39C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sz="2400" dirty="0"/>
              <a:t>What is the design space for XAI? </a:t>
            </a:r>
          </a:p>
          <a:p>
            <a:endParaRPr lang="en-US" sz="2400" dirty="0"/>
          </a:p>
          <a:p>
            <a:r>
              <a:rPr lang="en-US" sz="2400" dirty="0"/>
              <a:t>What is one XAI visualization technique we looked at last class? </a:t>
            </a:r>
          </a:p>
          <a:p>
            <a:endParaRPr lang="en-US" sz="2400" dirty="0"/>
          </a:p>
          <a:p>
            <a:r>
              <a:rPr lang="en-US" sz="2400" dirty="0"/>
              <a:t>What is an open area in XAI research?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9439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51E0-B042-C3D8-E9C5-A228E6DE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B831B-A422-10BC-6F2F-3FCA2C81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xai</a:t>
            </a:r>
            <a:r>
              <a:rPr lang="en-US" dirty="0"/>
              <a:t> and Visualization: design space</a:t>
            </a:r>
          </a:p>
        </p:txBody>
      </p:sp>
      <p:pic>
        <p:nvPicPr>
          <p:cNvPr id="7" name="Content Placeholder 6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79643AEE-38C7-50A0-8BAE-D834D9D8D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9670" y="1879421"/>
            <a:ext cx="9392660" cy="4276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21A214-7C26-4495-6247-8ECBAF744113}"/>
              </a:ext>
            </a:extLst>
          </p:cNvPr>
          <p:cNvSpPr txBox="1"/>
          <p:nvPr/>
        </p:nvSpPr>
        <p:spPr>
          <a:xfrm>
            <a:off x="6248400" y="6155844"/>
            <a:ext cx="6294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333333"/>
                </a:solidFill>
                <a:effectLst/>
                <a:latin typeface="+mj-lt"/>
              </a:rPr>
              <a:t>A.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+mj-lt"/>
              </a:rPr>
              <a:t>Chatzimparmpas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j-lt"/>
              </a:rPr>
              <a:t>, "Visual Analytics for Explainable and Trustworthy Artificial Intelligence,” 2025,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+mj-lt"/>
              </a:rPr>
              <a:t>doi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j-lt"/>
              </a:rPr>
              <a:t>: 10.1109/MCG.2025.3533806</a:t>
            </a:r>
            <a:r>
              <a:rPr lang="en-US" sz="1600" dirty="0">
                <a:solidFill>
                  <a:srgbClr val="333333"/>
                </a:solidFill>
                <a:latin typeface="+mj-lt"/>
              </a:rPr>
              <a:t> 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808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86A2-271B-C899-5383-0AA777CE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8593-D17F-89D2-36B7-C8EBBE7F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Explainables</a:t>
            </a:r>
            <a:r>
              <a:rPr lang="en-US" dirty="0"/>
              <a:t> / </a:t>
            </a:r>
            <a:r>
              <a:rPr lang="en-US" dirty="0" err="1"/>
              <a:t>explorables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EBC4-8452-C91E-095A-5E81C843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sz="2400" dirty="0" err="1"/>
              <a:t>VISxAI</a:t>
            </a:r>
            <a:r>
              <a:rPr lang="en-US" sz="2400" dirty="0"/>
              <a:t> is a workshop focused on using visualization to explain AI algorithms / techniques</a:t>
            </a:r>
          </a:p>
          <a:p>
            <a:r>
              <a:rPr lang="en-US" sz="2400" dirty="0"/>
              <a:t>Each year, participants submit web-based visualizations that walk through the inner workings of an AI algorithm </a:t>
            </a:r>
          </a:p>
          <a:p>
            <a:r>
              <a:rPr lang="en-US" sz="2400" dirty="0"/>
              <a:t>Check out one of the Hall of Fame submissions: </a:t>
            </a:r>
            <a:r>
              <a:rPr lang="en-US" sz="2400" dirty="0">
                <a:hlinkClick r:id="rId3"/>
              </a:rPr>
              <a:t>https://visxai.io/#hall-of-fame</a:t>
            </a:r>
            <a:r>
              <a:rPr lang="en-US" sz="2400" dirty="0"/>
              <a:t>; prepare to report back to the class what </a:t>
            </a:r>
            <a:r>
              <a:rPr lang="en-US" sz="2400"/>
              <a:t>you learned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260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56C7-2D82-5E58-42C3-9C79B19B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86FC-0151-CC3C-6737-5B496E49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Ai Explainable / explorable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6FC0-52C3-6D6B-DD22-06B569B60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Autofit/>
          </a:bodyPr>
          <a:lstStyle/>
          <a:p>
            <a:r>
              <a:rPr lang="en-US" sz="2400" dirty="0"/>
              <a:t>Choose an AI or ML technique that interests you. It does not have to be extremely complex, for example you could pick logistic regression</a:t>
            </a:r>
          </a:p>
          <a:p>
            <a:r>
              <a:rPr lang="en-US" sz="2400" dirty="0"/>
              <a:t>If you don’t know much about the technique, look up the basics of how it works</a:t>
            </a:r>
          </a:p>
          <a:p>
            <a:r>
              <a:rPr lang="en-US" sz="2400" dirty="0"/>
              <a:t>Sketch an outline to an explainable you could make for the technique you chose </a:t>
            </a:r>
          </a:p>
          <a:p>
            <a:r>
              <a:rPr lang="en-US" sz="2400" dirty="0"/>
              <a:t>Implement your idea as a webpage </a:t>
            </a:r>
          </a:p>
        </p:txBody>
      </p:sp>
    </p:spTree>
    <p:extLst>
      <p:ext uri="{BB962C8B-B14F-4D97-AF65-F5344CB8AC3E}">
        <p14:creationId xmlns:p14="http://schemas.microsoft.com/office/powerpoint/2010/main" val="36031495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2836</TotalTime>
  <Words>261</Words>
  <Application>Microsoft Macintosh PowerPoint</Application>
  <PresentationFormat>Widescreen</PresentationFormat>
  <Paragraphs>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Gill Sans MT</vt:lpstr>
      <vt:lpstr>Wingdings 2</vt:lpstr>
      <vt:lpstr>Dividend</vt:lpstr>
      <vt:lpstr>Visual Analytics: explainable ai lab</vt:lpstr>
      <vt:lpstr>Today’s plan</vt:lpstr>
      <vt:lpstr>Warm up</vt:lpstr>
      <vt:lpstr>xai and Visualization: design space</vt:lpstr>
      <vt:lpstr>Ai Explainables / explorables</vt:lpstr>
      <vt:lpstr>create an Ai Explainable / explorable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86</cp:revision>
  <dcterms:created xsi:type="dcterms:W3CDTF">2025-11-19T17:12:35Z</dcterms:created>
  <dcterms:modified xsi:type="dcterms:W3CDTF">2026-04-21T13:26:27Z</dcterms:modified>
</cp:coreProperties>
</file>