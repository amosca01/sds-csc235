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98"/>
    <p:restoredTop sz="86122"/>
  </p:normalViewPr>
  <p:slideViewPr>
    <p:cSldViewPr snapToGrid="0">
      <p:cViewPr varScale="1">
        <p:scale>
          <a:sx n="109" d="100"/>
          <a:sy n="109" d="100"/>
        </p:scale>
        <p:origin x="11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B8A52-8AC5-C74C-97FB-632C448F3674}" type="datetimeFigureOut">
              <a:rPr lang="en-US" smtClean="0"/>
              <a:t>12/9/24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6506D-5C9B-294C-B2AE-15ACE8B5B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61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07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62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148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12/9/24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3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12/9/24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1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12/9/24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82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6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12/9/24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64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12/9/24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79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5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22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12/9/24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71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jcrouser.github.io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6711-FD41-BF2C-3200-E86657F10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 Analytics – Thanks for a great semester!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E8CA1-49DD-7D0B-3796-B4A0CE940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Ab Mosca (they/them)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47612-0F01-5A1D-003F-59C048DD3D08}"/>
              </a:ext>
            </a:extLst>
          </p:cNvPr>
          <p:cNvSpPr txBox="1"/>
          <p:nvPr/>
        </p:nvSpPr>
        <p:spPr>
          <a:xfrm>
            <a:off x="2286000" y="6342185"/>
            <a:ext cx="744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Slides based off slides courtesy of Jordan Crouser (</a:t>
            </a:r>
            <a:r>
              <a:rPr lang="en-US" dirty="0">
                <a:hlinkClick r:id="rId2"/>
              </a:rPr>
              <a:t>https://jcrouser.github.io/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90532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30C2-52A4-1ABA-980B-56FBC97F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Cheers to you!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E50F6-429C-715A-C25C-1C7744AED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595901" cy="584149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This semester you…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en-US" sz="2400" dirty="0">
                <a:ea typeface="Arial"/>
                <a:cs typeface="Arial"/>
                <a:sym typeface="Arial"/>
              </a:rPr>
              <a:t>Wrangled an enormous amount of messy data to answer realistic analysis questions 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en-US" sz="2400" dirty="0">
                <a:ea typeface="Arial"/>
                <a:cs typeface="Arial"/>
                <a:sym typeface="Arial"/>
              </a:rPr>
              <a:t>Used data-visual mapping, mental models, perception, and cognitive models to create effective visual analyses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en-US" sz="2400" dirty="0">
                <a:ea typeface="Arial"/>
                <a:cs typeface="Arial"/>
                <a:sym typeface="Arial"/>
              </a:rPr>
              <a:t>Worked with tabular, network, timeseries, and geospatial data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en-US" sz="2400" dirty="0">
                <a:ea typeface="Arial"/>
                <a:cs typeface="Arial"/>
                <a:sym typeface="Arial"/>
              </a:rPr>
              <a:t>Created impressive, interactive visualizations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en-US" sz="2400" dirty="0">
                <a:ea typeface="Arial"/>
                <a:cs typeface="Arial"/>
                <a:sym typeface="Arial"/>
              </a:rPr>
              <a:t>Demonstrated adaptability, teamwork, and growth mindsets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5546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4541E-77D8-B61F-E309-C4B1983C9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9F14-D034-7559-E416-367A8149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Cheers to you!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F7C63-519D-C244-B246-191446647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595901" cy="584149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Thanks for a great semester – your engagement, perspectives, and creativity made this class a joy to teach.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I’m extremely proud of how much you all learned in such a short time, and I hope you’re proud of yourselves, too!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b="1" dirty="0">
                <a:ea typeface="Arial"/>
                <a:cs typeface="Arial"/>
                <a:sym typeface="Arial"/>
              </a:rPr>
              <a:t>Please take the rest of class to fill out your course review.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b="1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b="1" dirty="0">
                <a:ea typeface="Arial"/>
                <a:cs typeface="Arial"/>
                <a:sym typeface="Arial"/>
              </a:rPr>
              <a:t>Good luck with finals! You got this! </a:t>
            </a:r>
          </a:p>
        </p:txBody>
      </p:sp>
    </p:spTree>
    <p:extLst>
      <p:ext uri="{BB962C8B-B14F-4D97-AF65-F5344CB8AC3E}">
        <p14:creationId xmlns:p14="http://schemas.microsoft.com/office/powerpoint/2010/main" val="1408118168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1019</TotalTime>
  <Words>168</Words>
  <Application>Microsoft Macintosh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Corbel</vt:lpstr>
      <vt:lpstr>Wingdings 2</vt:lpstr>
      <vt:lpstr>Frame</vt:lpstr>
      <vt:lpstr>Visual Analytics – Thanks for a great semester! </vt:lpstr>
      <vt:lpstr>Cheers to you! </vt:lpstr>
      <vt:lpstr>Cheers to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for Everyone – Welcome!</dc:title>
  <dc:creator>Mosca, Ab</dc:creator>
  <cp:lastModifiedBy>Ab Mosca</cp:lastModifiedBy>
  <cp:revision>35</cp:revision>
  <dcterms:created xsi:type="dcterms:W3CDTF">2023-08-03T18:49:17Z</dcterms:created>
  <dcterms:modified xsi:type="dcterms:W3CDTF">2024-12-09T14:17:23Z</dcterms:modified>
</cp:coreProperties>
</file>