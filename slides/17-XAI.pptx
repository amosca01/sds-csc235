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64589"/>
  </p:normalViewPr>
  <p:slideViewPr>
    <p:cSldViewPr snapToGrid="0">
      <p:cViewPr varScale="1">
        <p:scale>
          <a:sx n="79" d="100"/>
          <a:sy n="79" d="100"/>
        </p:scale>
        <p:origin x="13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22518-F7FE-2E40-9C60-793856882CE6}" type="datetimeFigureOut">
              <a:rPr lang="en-US" smtClean="0"/>
              <a:t>2/25/26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2CD335-F0CB-D347-B8A5-7AB70F34C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6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1779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9728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3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69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5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422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4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15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0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74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2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4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BFC0-8BA3-DEDC-7E39-89EC78568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Analytics: explainable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BEFAC-62BD-EFDC-63B4-33E49BD33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Mosca (they/them)</a:t>
            </a:r>
          </a:p>
        </p:txBody>
      </p:sp>
    </p:spTree>
    <p:extLst>
      <p:ext uri="{BB962C8B-B14F-4D97-AF65-F5344CB8AC3E}">
        <p14:creationId xmlns:p14="http://schemas.microsoft.com/office/powerpoint/2010/main" val="547388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CEEC-DA3B-FF6E-BAEB-9400A3085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356-47F4-DF13-CFDC-C996D4E40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Autofit/>
          </a:bodyPr>
          <a:lstStyle/>
          <a:p>
            <a:r>
              <a:rPr lang="en-US" sz="2200" dirty="0"/>
              <a:t>XX</a:t>
            </a:r>
          </a:p>
          <a:p>
            <a:r>
              <a:rPr lang="en-US" sz="2200" dirty="0"/>
              <a:t>YY</a:t>
            </a:r>
          </a:p>
          <a:p>
            <a:r>
              <a:rPr lang="en-US" sz="2200"/>
              <a:t>ZZ</a:t>
            </a:r>
            <a:endParaRPr lang="en-US" sz="22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057560901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2616</TotalTime>
  <Words>19</Words>
  <Application>Microsoft Macintosh PowerPoint</Application>
  <PresentationFormat>Widescreen</PresentationFormat>
  <Paragraphs>8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Gill Sans MT</vt:lpstr>
      <vt:lpstr>Wingdings 2</vt:lpstr>
      <vt:lpstr>Dividend</vt:lpstr>
      <vt:lpstr>Visual Analytics: explainable ai</vt:lpstr>
      <vt:lpstr>Today’s plan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Mosca</dc:creator>
  <cp:lastModifiedBy>Ab Mosca</cp:lastModifiedBy>
  <cp:revision>79</cp:revision>
  <dcterms:created xsi:type="dcterms:W3CDTF">2025-11-19T17:12:35Z</dcterms:created>
  <dcterms:modified xsi:type="dcterms:W3CDTF">2026-02-25T21:33:48Z</dcterms:modified>
</cp:coreProperties>
</file>